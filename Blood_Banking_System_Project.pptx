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19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5993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95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51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677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285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317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473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1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7154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28834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456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791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68710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513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76825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5641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1002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0805201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63995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7946758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9685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325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6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13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19040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3501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9">
            <a:alphaModFix amt="83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7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0" r:id="rId1"/>
    <p:sldLayoutId id="2147484161" r:id="rId2"/>
    <p:sldLayoutId id="2147484162" r:id="rId3"/>
    <p:sldLayoutId id="2147484163" r:id="rId4"/>
    <p:sldLayoutId id="2147484164" r:id="rId5"/>
    <p:sldLayoutId id="2147484165" r:id="rId6"/>
    <p:sldLayoutId id="2147484166" r:id="rId7"/>
    <p:sldLayoutId id="2147484167" r:id="rId8"/>
    <p:sldLayoutId id="2147484168" r:id="rId9"/>
    <p:sldLayoutId id="2147484169" r:id="rId10"/>
    <p:sldLayoutId id="2147484170" r:id="rId11"/>
    <p:sldLayoutId id="2147484171" r:id="rId12"/>
    <p:sldLayoutId id="2147484172" r:id="rId13"/>
    <p:sldLayoutId id="2147484173" r:id="rId14"/>
    <p:sldLayoutId id="2147484174" r:id="rId15"/>
    <p:sldLayoutId id="2147484175" r:id="rId16"/>
    <p:sldLayoutId id="2147484176" r:id="rId17"/>
    <p:sldLayoutId id="2147484177" r:id="rId18"/>
    <p:sldLayoutId id="2147484178" r:id="rId19"/>
    <p:sldLayoutId id="2147484179" r:id="rId20"/>
    <p:sldLayoutId id="2147484180" r:id="rId21"/>
    <p:sldLayoutId id="2147484181" r:id="rId22"/>
    <p:sldLayoutId id="2147484182" r:id="rId23"/>
    <p:sldLayoutId id="2147484183" r:id="rId24"/>
    <p:sldLayoutId id="2147484184" r:id="rId25"/>
    <p:sldLayoutId id="2147484185" r:id="rId26"/>
    <p:sldLayoutId id="2147484186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BLOOD BANKING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rPr dirty="0"/>
              <a:t>A simple web-based Blood Banking System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rPr dirty="0"/>
              <a:t>Front End Development Frameworks Project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rPr dirty="0"/>
              <a:t>Donor Registration </a:t>
            </a:r>
            <a:endParaRPr lang="en-US" dirty="0"/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rPr dirty="0"/>
              <a:t>• Blood Requests </a:t>
            </a:r>
            <a:endParaRPr lang="en-US" dirty="0"/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rPr dirty="0"/>
              <a:t>• Inventory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The system connects blood donors with people who need blood.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Donors can register their blood group and location.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Receivers can request required blood units.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The system maintains available blood inventory.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Finding required blood quickly can be difficult during emergencies.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Manual blood records can be slow and difficult to maintain.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There is a need for a simple system to manage donors, requests and inventory.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Register blood donors easily.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Allow receivers to request blood.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Track blood group availability.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Increase inventory when a donor registers.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Decrease inventory when a valid blood request is made.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Support location-based matching using state and 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HTML – structure of web pages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CSS – page design and styling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JavaScript – system logic and interactions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LocalStorage – storing inventory and project data in the browser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1. Login Page – selects Donor or Receiver.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2. Donor Registration – collects donor details.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3. Receiver Request – collects blood request details.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4. Blood Inventory – displays available units for each blood group.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5. About / Contact – project information and contact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DONOR REGISTRATION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Donor enters name, age, gender, blood group, state, city and phone number.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After registration, the selected blood group is added to inventory.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The donor is redirected to the Blood Inventory page.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BLOOD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Receiver enters patient and hospital details.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Receiver selects the required blood group and number of units.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The system checks the available inventory.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If enough blood is available, the requested units are deducted.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If blood is not available, the system displays an alert.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BLOOD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Displays all 8 blood groups: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A+, A-, B+, B-, AB+, AB-, O+, O-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Inventory starts from 0.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Values are updated automatically using donor registrations and blood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Login → Choose Donor / Receiver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Donor → Register Details → Add Blood Unit → Inventory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Receiver → Request Blood → Check Inventory → Deduct Units → Inventory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Future enhancement: match donor and receiver by blood group + state + city.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Simple and easy-to-use interface.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Reduces manual record keeping.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Provides quick inventory information.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Automatically updates blood availability.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Can be expanded with a database and real-time communication.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Database integration.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Donor and receiver matching by blood group, state and city.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Admin dashboard.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Real-time notifications.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Hospital and blood-bank accounts.</a:t>
            </a:r>
          </a:p>
          <a:p>
            <a:pPr>
              <a:spcAft>
                <a:spcPts val="1400"/>
              </a:spcAft>
              <a:defRPr sz="1900">
                <a:solidFill>
                  <a:srgbClr val="323232"/>
                </a:solidFill>
              </a:defRPr>
            </a:pPr>
            <a:r>
              <a:t>Secure user authentication.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The Blood Banking System provides a simple way to manage blood donors, requests and inventory.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HTML, CSS and JavaScript are used to build the system.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The project demonstrates how a basic web application can support blood availability management.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30000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🩸 BLOOD BANKING SYSTEM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33</TotalTime>
  <Words>516</Words>
  <Application>Microsoft Office PowerPoint</Application>
  <PresentationFormat>Widescreen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Neue Haas Grotesk Text Pro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 kothakota</dc:creator>
  <cp:keywords/>
  <dc:description>generated using python-pptx</dc:description>
  <cp:lastModifiedBy>karthik kothakota</cp:lastModifiedBy>
  <cp:revision>3</cp:revision>
  <dcterms:created xsi:type="dcterms:W3CDTF">2013-01-27T09:14:16Z</dcterms:created>
  <dcterms:modified xsi:type="dcterms:W3CDTF">2026-09-25T10:32:57Z</dcterms:modified>
  <cp:category/>
</cp:coreProperties>
</file>