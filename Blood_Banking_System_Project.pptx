
<file path=[Content_Types].xml><?xml version="1.0" encoding="utf-8"?>
<Types xmlns="http://schemas.openxmlformats.org/package/2006/content-types"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13.xml" ContentType="application/vnd.openxmlformats-officedocument.presentationml.slideLayout+xml"/>
  <Override PartName="/ppt/slideLayouts/slideLayout14.xml" ContentType="application/vnd.openxmlformats-officedocument.presentationml.slideLayout+xml"/>
  <Override PartName="/ppt/slideLayouts/slideLayout15.xml" ContentType="application/vnd.openxmlformats-officedocument.presentationml.slideLayout+xml"/>
  <Override PartName="/ppt/slideLayouts/slideLayout16.xml" ContentType="application/vnd.openxmlformats-officedocument.presentationml.slideLayout+xml"/>
  <Override PartName="/ppt/slideLayouts/slideLayout17.xml" ContentType="application/vnd.openxmlformats-officedocument.presentationml.slideLayout+xml"/>
  <Override PartName="/ppt/slideLayouts/slideLayout18.xml" ContentType="application/vnd.openxmlformats-officedocument.presentationml.slideLayout+xml"/>
  <Override PartName="/ppt/slideLayouts/slideLayout19.xml" ContentType="application/vnd.openxmlformats-officedocument.presentationml.slideLayout+xml"/>
  <Override PartName="/ppt/slideLayouts/slideLayout20.xml" ContentType="application/vnd.openxmlformats-officedocument.presentationml.slideLayout+xml"/>
  <Override PartName="/ppt/slideLayouts/slideLayout21.xml" ContentType="application/vnd.openxmlformats-officedocument.presentationml.slideLayout+xml"/>
  <Override PartName="/ppt/slideLayouts/slideLayout22.xml" ContentType="application/vnd.openxmlformats-officedocument.presentationml.slideLayout+xml"/>
  <Override PartName="/ppt/slideLayouts/slideLayout23.xml" ContentType="application/vnd.openxmlformats-officedocument.presentationml.slideLayout+xml"/>
  <Override PartName="/ppt/slideLayouts/slideLayout24.xml" ContentType="application/vnd.openxmlformats-officedocument.presentationml.slideLayout+xml"/>
  <Override PartName="/ppt/slideLayouts/slideLayout25.xml" ContentType="application/vnd.openxmlformats-officedocument.presentationml.slideLayout+xml"/>
  <Override PartName="/ppt/slideLayouts/slideLayout26.xml" ContentType="application/vnd.openxmlformats-officedocument.presentationml.slideLayout+xml"/>
  <Override PartName="/ppt/slideLayouts/slideLayout2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4159" r:id="rId1"/>
  </p:sldMasterIdLst>
  <p:sldIdLst>
    <p:sldId id="271" r:id="rId2"/>
    <p:sldId id="256" r:id="rId3"/>
    <p:sldId id="257" r:id="rId4"/>
    <p:sldId id="258" r:id="rId5"/>
    <p:sldId id="259" r:id="rId6"/>
    <p:sldId id="260" r:id="rId7"/>
    <p:sldId id="261" r:id="rId8"/>
    <p:sldId id="262" r:id="rId9"/>
    <p:sldId id="263" r:id="rId10"/>
    <p:sldId id="264" r:id="rId11"/>
    <p:sldId id="265" r:id="rId12"/>
    <p:sldId id="266" r:id="rId13"/>
    <p:sldId id="267" r:id="rId14"/>
    <p:sldId id="268" r:id="rId15"/>
    <p:sldId id="269" r:id="rId16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 snapToObjects="1">
      <p:cViewPr varScale="1">
        <p:scale>
          <a:sx n="78" d="100"/>
          <a:sy n="78" d="100"/>
        </p:scale>
        <p:origin x="850" y="6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tableStyles" Target="tableStyle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10" Type="http://schemas.openxmlformats.org/officeDocument/2006/relationships/slide" Target="slides/slide9.xml"/><Relationship Id="rId19" Type="http://schemas.openxmlformats.org/officeDocument/2006/relationships/theme" Target="theme/theme1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slideLayouts/_rels/slideLayout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jpeg"/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3" Type="http://schemas.openxmlformats.org/officeDocument/2006/relationships/image" Target="../media/image7.jpeg"/><Relationship Id="rId2" Type="http://schemas.openxmlformats.org/officeDocument/2006/relationships/image" Target="../media/image6.jpeg"/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2" Type="http://schemas.openxmlformats.org/officeDocument/2006/relationships/image" Target="../media/image8.jpeg"/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jpg"/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jpeg"/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jpeg"/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10.jpeg"/><Relationship Id="rId1" Type="http://schemas.openxmlformats.org/officeDocument/2006/relationships/slideMaster" Target="../slideMasters/slideMaster1.xml"/></Relationships>
</file>

<file path=ppt/slideLayouts/_rels/slideLayout13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4.xml.rels><?xml version="1.0" encoding="UTF-8" standalone="yes"?>
<Relationships xmlns="http://schemas.openxmlformats.org/package/2006/relationships"><Relationship Id="rId2" Type="http://schemas.openxmlformats.org/officeDocument/2006/relationships/image" Target="../media/image12.jpeg"/><Relationship Id="rId1" Type="http://schemas.openxmlformats.org/officeDocument/2006/relationships/slideMaster" Target="../slideMasters/slideMaster1.xml"/></Relationships>
</file>

<file path=ppt/slideLayouts/_rels/slideLayout15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jpeg"/><Relationship Id="rId1" Type="http://schemas.openxmlformats.org/officeDocument/2006/relationships/slideMaster" Target="../slideMasters/slideMaster1.xml"/></Relationships>
</file>

<file path=ppt/slideLayouts/_rels/slideLayout1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3.jpeg"/><Relationship Id="rId1" Type="http://schemas.openxmlformats.org/officeDocument/2006/relationships/slideMaster" Target="../slideMasters/slideMaster1.xml"/></Relationships>
</file>

<file path=ppt/slideLayouts/_rels/slideLayout1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1.jpeg"/><Relationship Id="rId1" Type="http://schemas.openxmlformats.org/officeDocument/2006/relationships/slideMaster" Target="../slideMasters/slideMaster1.xml"/></Relationships>
</file>

<file path=ppt/slideLayouts/_rels/slideLayout18.xml.rels><?xml version="1.0" encoding="UTF-8" standalone="yes"?>
<Relationships xmlns="http://schemas.openxmlformats.org/package/2006/relationships"><Relationship Id="rId2" Type="http://schemas.openxmlformats.org/officeDocument/2006/relationships/image" Target="../media/image14.jpeg"/><Relationship Id="rId1" Type="http://schemas.openxmlformats.org/officeDocument/2006/relationships/slideMaster" Target="../slideMasters/slideMaster1.xml"/></Relationships>
</file>

<file path=ppt/slideLayouts/_rels/slideLayout19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0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jpeg"/><Relationship Id="rId1" Type="http://schemas.openxmlformats.org/officeDocument/2006/relationships/slideMaster" Target="../slideMasters/slideMaster1.xml"/></Relationships>
</file>

<file path=ppt/slideLayouts/_rels/slideLayout2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6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_rels/slideLayout27.xml.rels><?xml version="1.0" encoding="UTF-8" standalone="yes"?>
<Relationships xmlns="http://schemas.openxmlformats.org/package/2006/relationships"><Relationship Id="rId2" Type="http://schemas.openxmlformats.org/officeDocument/2006/relationships/image" Target="../media/image15.jpeg"/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C8E832A1-AE20-595C-6C6A-C6CAD6D7223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4059" t="1529" r="16895" b="27442"/>
          <a:stretch>
            <a:fillRect/>
          </a:stretch>
        </p:blipFill>
        <p:spPr>
          <a:xfrm flipH="1">
            <a:off x="-27432" y="0"/>
            <a:ext cx="12219432" cy="6865715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4336E9A-8E96-CD8C-7598-F87632CD81C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295259" y="1820486"/>
            <a:ext cx="4800600" cy="2762187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sz="48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2BDC76B8-60F6-62D3-9F73-E81662203017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295260" y="4714821"/>
            <a:ext cx="3830874" cy="149661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6295259" y="219456"/>
            <a:ext cx="2703777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35440" y="219456"/>
            <a:ext cx="149536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08919117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 Content 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9217452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4599319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black circle in a purple and orange color&#10;&#10;AI-generated content may be incorrect.">
            <a:extLst>
              <a:ext uri="{FF2B5EF4-FFF2-40B4-BE49-F238E27FC236}">
                <a16:creationId xmlns:a16="http://schemas.microsoft.com/office/drawing/2014/main" id="{6AC85073-6D22-76C5-C752-C565E9FBCC8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46" t="10520" r="14652" b="11508"/>
          <a:stretch>
            <a:fillRect/>
          </a:stretch>
        </p:blipFill>
        <p:spPr>
          <a:xfrm flipH="1">
            <a:off x="-2" y="11899"/>
            <a:ext cx="12192001" cy="6865715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BF6CFC71-0CC0-F6AB-06FD-5F2DE2587092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459253"/>
            <a:ext cx="5658468" cy="2691359"/>
          </a:xfrm>
        </p:spPr>
        <p:txBody>
          <a:bodyPr/>
          <a:lstStyle>
            <a:lvl1pPr>
              <a:defRPr sz="46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1" name="Subtitle 2">
            <a:extLst>
              <a:ext uri="{FF2B5EF4-FFF2-40B4-BE49-F238E27FC236}">
                <a16:creationId xmlns:a16="http://schemas.microsoft.com/office/drawing/2014/main" id="{41932924-E87B-08A2-5EE3-BBA69699E2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362264" y="516600"/>
            <a:ext cx="2593814" cy="1627886"/>
          </a:xfrm>
        </p:spPr>
        <p:txBody>
          <a:bodyPr vert="horz" lIns="91440" tIns="45720" rIns="91440" bIns="45720" rtlCol="0" anchor="t">
            <a:normAutofit/>
          </a:bodyPr>
          <a:lstStyle>
            <a:lvl1pPr marL="0" indent="0">
              <a:buNone/>
              <a:defRPr lang="en-US" sz="12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B407A58-3351-E479-1A0C-2FF49FA4270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7362265" y="219456"/>
            <a:ext cx="2504049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AE2DAFA-435E-AAF9-8B67-495E5AFDCD9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10363200" y="219456"/>
            <a:ext cx="1146383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81789E10-2433-2ECB-9C92-571B583A4CF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836295662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itle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37C87932-7DAB-7F93-5E51-7AEEA5AC7FEA}"/>
              </a:ext>
            </a:extLst>
          </p:cNvPr>
          <p:cNvSpPr>
            <a:spLocks noGrp="1"/>
          </p:cNvSpPr>
          <p:nvPr>
            <p:ph type="pic" sz="quarter" idx="13" hasCustomPrompt="1"/>
          </p:nvPr>
        </p:nvSpPr>
        <p:spPr>
          <a:xfrm>
            <a:off x="0" y="0"/>
            <a:ext cx="12188952" cy="6858000"/>
          </a:xfrm>
          <a:blipFill>
            <a:blip r:embed="rId2">
              <a:alphaModFix amt="70000"/>
            </a:blip>
            <a:stretch>
              <a:fillRect/>
            </a:stretch>
          </a:blipFill>
        </p:spPr>
        <p:txBody>
          <a:bodyPr tIns="365760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15" name="Title 14">
            <a:extLst>
              <a:ext uri="{FF2B5EF4-FFF2-40B4-BE49-F238E27FC236}">
                <a16:creationId xmlns:a16="http://schemas.microsoft.com/office/drawing/2014/main" id="{7EB34FF5-770C-AA64-B806-5D6DED7113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0" y="4463843"/>
            <a:ext cx="12188952" cy="2394157"/>
          </a:xfrm>
          <a:gradFill>
            <a:gsLst>
              <a:gs pos="31000">
                <a:srgbClr val="000000">
                  <a:alpha val="30000"/>
                </a:srgbClr>
              </a:gs>
              <a:gs pos="87000">
                <a:srgbClr val="000000">
                  <a:alpha val="60000"/>
                </a:srgbClr>
              </a:gs>
              <a:gs pos="0">
                <a:srgbClr val="000000">
                  <a:alpha val="0"/>
                </a:srgbClr>
              </a:gs>
            </a:gsLst>
            <a:lin ang="5400000" scaled="0"/>
          </a:gradFill>
        </p:spPr>
        <p:txBody>
          <a:bodyPr lIns="502920" tIns="0" rIns="5029200" bIns="365760" anchor="b"/>
          <a:lstStyle>
            <a:lvl1pPr>
              <a:defRPr sz="40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12" name="Subtitle 2">
            <a:extLst>
              <a:ext uri="{FF2B5EF4-FFF2-40B4-BE49-F238E27FC236}">
                <a16:creationId xmlns:a16="http://schemas.microsoft.com/office/drawing/2014/main" id="{49132BB0-A42B-7355-8046-F22B2344C64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8801099" y="4463843"/>
            <a:ext cx="3387853" cy="2394157"/>
          </a:xfrm>
        </p:spPr>
        <p:txBody>
          <a:bodyPr vert="horz" lIns="137160" tIns="365760" rIns="0" bIns="457200" rtlCol="0" anchor="b">
            <a:normAutofit/>
          </a:bodyPr>
          <a:lstStyle>
            <a:lvl1pPr marL="0" indent="0">
              <a:buNone/>
              <a:defRPr lang="en-US" sz="1400" dirty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/>
              <a:t>Click to edit Master subtitle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E972D5EE-6935-237E-C4A2-C61261249F33}"/>
              </a:ext>
            </a:extLst>
          </p:cNvPr>
          <p:cNvSpPr>
            <a:spLocks noGrp="1"/>
          </p:cNvSpPr>
          <p:nvPr>
            <p:ph type="ftr" sz="quarter" idx="15"/>
          </p:nvPr>
        </p:nvSpPr>
        <p:spPr>
          <a:xfrm>
            <a:off x="437656" y="219456"/>
            <a:ext cx="2740616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0F001462-21CF-5988-0554-7DB1C494B04E}"/>
              </a:ext>
            </a:extLst>
          </p:cNvPr>
          <p:cNvSpPr>
            <a:spLocks noGrp="1"/>
          </p:cNvSpPr>
          <p:nvPr>
            <p:ph type="dt" sz="half" idx="14"/>
          </p:nvPr>
        </p:nvSpPr>
        <p:spPr>
          <a:xfrm>
            <a:off x="8866095" y="219456"/>
            <a:ext cx="1957990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BAD28B-DD56-4B56-883A-96608C765E28}" type="datetimeFigureOut">
              <a:rPr lang="en-US" smtClean="0"/>
              <a:pPr/>
              <a:t>9/26/2026</a:t>
            </a:fld>
            <a:endParaRPr lang="en-US" dirty="0"/>
          </a:p>
        </p:txBody>
      </p:sp>
      <p:sp>
        <p:nvSpPr>
          <p:cNvPr id="13" name="Slide Number Placeholder 12">
            <a:extLst>
              <a:ext uri="{FF2B5EF4-FFF2-40B4-BE49-F238E27FC236}">
                <a16:creationId xmlns:a16="http://schemas.microsoft.com/office/drawing/2014/main" id="{C81CEA4D-A8A1-D4D2-8F28-C83469372446}"/>
              </a:ext>
            </a:extLst>
          </p:cNvPr>
          <p:cNvSpPr>
            <a:spLocks noGrp="1"/>
          </p:cNvSpPr>
          <p:nvPr>
            <p:ph type="sldNum" sz="quarter" idx="16"/>
          </p:nvPr>
        </p:nvSpPr>
        <p:spPr>
          <a:xfrm>
            <a:off x="11362195" y="219456"/>
            <a:ext cx="448805" cy="36576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7335188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6" pos="3840">
          <p15:clr>
            <a:srgbClr val="FBAE40"/>
          </p15:clr>
        </p15:guide>
      </p15:sldGuideLst>
    </p:ext>
  </p:extLst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0" name="Picture 9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6F838A51-B977-1664-089F-3B2250DFEF6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0" y="1"/>
            <a:ext cx="12181172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8892EA34-13CC-54C1-DE3D-4F1D5D55C9A7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409980" y="4311805"/>
            <a:ext cx="8585337" cy="2368300"/>
          </a:xfrm>
        </p:spPr>
        <p:txBody>
          <a:bodyPr anchor="b">
            <a:normAutofit/>
          </a:bodyPr>
          <a:lstStyle>
            <a:lvl1pPr>
              <a:defRPr sz="690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Section Header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F1849E7-8E94-3B02-239C-AAB481596BF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65617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 dirty="0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8F845713-EE4C-7615-B812-531C14CF0CA2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9456"/>
            <a:ext cx="19132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2ABAD28B-DD56-4B56-883A-96608C765E28}" type="datetimeFigureOut">
              <a:rPr lang="en-US" smtClean="0"/>
              <a:pPr/>
              <a:t>9/26/2026</a:t>
            </a:fld>
            <a:endParaRPr lang="en-US" dirty="0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0644BD7-C050-D052-8408-65ADAAF674F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8" y="219456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7DF5BAF5-ABAB-4575-8E56-D109A3D17F9F}" type="slidenum">
              <a:rPr lang="en-US" smtClean="0"/>
              <a:pPr/>
              <a:t>‹#›</a:t>
            </a:fld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36677362"/>
      </p:ext>
    </p:extLst>
  </p:cSld>
  <p:clrMapOvr>
    <a:masterClrMapping/>
  </p:clrMapOvr>
  <p:extLst>
    <p:ext uri="{DCECCB84-F9BA-43D5-87BE-67443E8EF086}">
      <p15:sldGuideLst xmlns:p15="http://schemas.microsoft.com/office/powerpoint/2012/main"/>
    </p:ext>
  </p:extLst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D09BF41B-6D10-9A6E-03E4-5E7320A61DF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rot="10800000">
            <a:off x="0" y="-2"/>
            <a:ext cx="12192000" cy="28690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68368" y="2138776"/>
            <a:ext cx="6433266" cy="1962149"/>
          </a:xfrm>
        </p:spPr>
        <p:txBody>
          <a:bodyPr anchor="t">
            <a:normAutofit/>
          </a:bodyPr>
          <a:lstStyle>
            <a:lvl1pPr>
              <a:defRPr sz="8800" baseline="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353300" y="214858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353301" y="2138776"/>
            <a:ext cx="3718420" cy="4109624"/>
          </a:xfrm>
        </p:spPr>
        <p:txBody>
          <a:bodyPr vert="horz" lIns="91440" tIns="45720" rIns="91440" bIns="45720" rtlCol="0" anchor="t">
            <a:normAutofit/>
          </a:bodyPr>
          <a:lstStyle>
            <a:lvl1pPr marL="457200" indent="-4572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3848285989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Agenda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black background with a red and yellow light&#10;&#10;AI-generated content may be incorrect.">
            <a:extLst>
              <a:ext uri="{FF2B5EF4-FFF2-40B4-BE49-F238E27FC236}">
                <a16:creationId xmlns:a16="http://schemas.microsoft.com/office/drawing/2014/main" id="{BD349A90-08FB-AFC0-8649-56404DF7B8C2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b="36109"/>
          <a:stretch>
            <a:fillRect/>
          </a:stretch>
        </p:blipFill>
        <p:spPr>
          <a:xfrm rot="10800000" flipH="1">
            <a:off x="-9982" y="2555751"/>
            <a:ext cx="12192000" cy="4343908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E4019F8-742E-9EEF-F591-C9666AC32AF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390852" y="3481713"/>
            <a:ext cx="5496426" cy="2092272"/>
          </a:xfrm>
        </p:spPr>
        <p:txBody>
          <a:bodyPr anchor="t">
            <a:normAutofit/>
          </a:bodyPr>
          <a:lstStyle>
            <a:lvl1pPr>
              <a:defRPr sz="76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Picture Placeholder 7">
            <a:extLst>
              <a:ext uri="{FF2B5EF4-FFF2-40B4-BE49-F238E27FC236}">
                <a16:creationId xmlns:a16="http://schemas.microsoft.com/office/drawing/2014/main" id="{743EA2DD-B019-E3AA-ACB7-13CC3353E8D4}"/>
              </a:ext>
            </a:extLst>
          </p:cNvPr>
          <p:cNvSpPr>
            <a:spLocks noGrp="1"/>
          </p:cNvSpPr>
          <p:nvPr>
            <p:ph type="pic" sz="quarter" idx="14" hasCustomPrompt="1"/>
          </p:nvPr>
        </p:nvSpPr>
        <p:spPr>
          <a:xfrm>
            <a:off x="0" y="0"/>
            <a:ext cx="12192000" cy="2555751"/>
          </a:xfrm>
          <a:blipFill>
            <a:blip r:embed="rId3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B12CFE6-D05E-5478-B3A4-81DC4DCD741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3660" y="2734068"/>
            <a:ext cx="272733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CC77F2D-39D2-22F7-CF0B-39D63EBF00B7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85567" y="2734068"/>
            <a:ext cx="158671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626B86D3-24E1-029E-BA22-9F17F9517D6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16614" y="2734068"/>
            <a:ext cx="526695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28C8B19A-6FC1-2B71-0BFB-9274CBF396B9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7785567" y="3481713"/>
            <a:ext cx="3916103" cy="2765887"/>
          </a:xfrm>
        </p:spPr>
        <p:txBody>
          <a:bodyPr vert="horz" lIns="91440" tIns="45720" rIns="91440" bIns="45720" rtlCol="0">
            <a:normAutofit/>
          </a:bodyPr>
          <a:lstStyle>
            <a:lvl1pPr marL="3429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1pPr>
            <a:lvl2pPr marL="5715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2pPr>
            <a:lvl3pPr marL="800100" indent="-342900"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3pPr>
            <a:lvl4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4pPr>
            <a:lvl5pPr>
              <a:lnSpc>
                <a:spcPct val="130000"/>
              </a:lnSpc>
              <a:buFont typeface="+mj-lt"/>
              <a:buAutoNum type="arabicPeriod"/>
              <a:defRPr lang="en-US" sz="1400" dirty="0">
                <a:solidFill>
                  <a:schemeClr val="tx1"/>
                </a:solidFill>
              </a:defRPr>
            </a:lvl5pPr>
          </a:lstStyle>
          <a:p>
            <a:pPr marL="228600" lvl="0" indent="-228600"/>
            <a:r>
              <a:rPr lang="en-US"/>
              <a:t>Click to edit Master text styles</a:t>
            </a:r>
          </a:p>
          <a:p>
            <a:pPr marL="228600" lvl="1" indent="-228600"/>
            <a:r>
              <a:rPr lang="en-US"/>
              <a:t>Second level</a:t>
            </a:r>
          </a:p>
          <a:p>
            <a:pPr marL="228600" lvl="2" indent="-228600"/>
            <a:r>
              <a:rPr lang="en-US"/>
              <a:t>Third level</a:t>
            </a:r>
          </a:p>
          <a:p>
            <a:pPr marL="228600" lvl="3" indent="-228600"/>
            <a:r>
              <a:rPr lang="en-US"/>
              <a:t>Fourth level</a:t>
            </a:r>
          </a:p>
          <a:p>
            <a:pPr marL="228600" lvl="4" indent="-228600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60131769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Content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3" name="Picture 22" descr="A purple and black background&#10;&#10;AI-generated content may be incorrect.">
            <a:extLst>
              <a:ext uri="{FF2B5EF4-FFF2-40B4-BE49-F238E27FC236}">
                <a16:creationId xmlns:a16="http://schemas.microsoft.com/office/drawing/2014/main" id="{518E8C82-2B1B-76C7-A67D-099AEEEAD0DA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1509"/>
          <a:stretch>
            <a:fillRect/>
          </a:stretch>
        </p:blipFill>
        <p:spPr>
          <a:xfrm>
            <a:off x="6324601" y="1"/>
            <a:ext cx="5881254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851" y="1276990"/>
            <a:ext cx="5378267" cy="985658"/>
          </a:xfrm>
        </p:spPr>
        <p:txBody>
          <a:bodyPr anchor="b"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418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0295" y="21485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6C2DD052-3E45-E789-01F8-33250024ECBD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427477" y="2471736"/>
            <a:ext cx="5378268" cy="3662734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48473483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9" name="Picture 8" descr="A black background with a purple and orange light&#10;&#10;AI-generated content may be incorrect.">
            <a:extLst>
              <a:ext uri="{FF2B5EF4-FFF2-40B4-BE49-F238E27FC236}">
                <a16:creationId xmlns:a16="http://schemas.microsoft.com/office/drawing/2014/main" id="{E41EB56E-DF88-E5AB-35AF-891395DCDB1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 flipH="1">
            <a:off x="0" y="4406900"/>
            <a:ext cx="9144000" cy="24511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1866899" y="1886712"/>
            <a:ext cx="3507989" cy="3233928"/>
          </a:xfrm>
        </p:spPr>
        <p:txBody>
          <a:bodyPr anchor="t">
            <a:normAutofit/>
          </a:bodyPr>
          <a:lstStyle>
            <a:lvl1pPr>
              <a:defRPr sz="3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08394"/>
            <a:ext cx="253211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67400" y="208394"/>
            <a:ext cx="20175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6588" y="208394"/>
            <a:ext cx="553156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D42D62A0-8127-CE86-0633-0D65E1E136F7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5867401" y="1886712"/>
            <a:ext cx="4495800" cy="3233928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>
                <a:solidFill>
                  <a:schemeClr val="tx1"/>
                </a:solidFill>
              </a:defRPr>
            </a:lvl1pPr>
            <a:lvl2pPr>
              <a:defRPr lang="en-US">
                <a:solidFill>
                  <a:schemeClr val="tx1"/>
                </a:solidFill>
              </a:defRPr>
            </a:lvl2pPr>
            <a:lvl3pPr>
              <a:defRPr lang="en-US">
                <a:solidFill>
                  <a:schemeClr val="tx1"/>
                </a:solidFill>
              </a:defRPr>
            </a:lvl3pPr>
            <a:lvl4pPr>
              <a:defRPr lang="en-US">
                <a:solidFill>
                  <a:schemeClr val="tx1"/>
                </a:solidFill>
              </a:defRPr>
            </a:lvl4pPr>
            <a:lvl5pPr>
              <a:defRPr lang="en-US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992016750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8436" y="1115568"/>
            <a:ext cx="2505264" cy="1624122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684048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74064" y="215823"/>
            <a:ext cx="14859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8242" y="215823"/>
            <a:ext cx="549272" cy="33832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6E0D00CE-C191-6DE5-9D82-7EFB59BC37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28436" y="3028523"/>
            <a:ext cx="2505264" cy="3410378"/>
          </a:xfrm>
        </p:spPr>
        <p:txBody>
          <a:bodyPr vert="horz" lIns="91440" tIns="45720" rIns="91440" bIns="45720" rtlCol="0" anchor="b">
            <a:normAutofit/>
          </a:bodyPr>
          <a:lstStyle>
            <a:lvl1pPr>
              <a:defRPr lang="en-US" dirty="0"/>
            </a:lvl1pPr>
            <a:lvl2pPr>
              <a:defRPr lang="en-US" dirty="0"/>
            </a:lvl2pPr>
            <a:lvl3pPr>
              <a:defRPr lang="en-US" dirty="0"/>
            </a:lvl3pPr>
            <a:lvl4pPr>
              <a:defRPr lang="en-US" dirty="0"/>
            </a:lvl4pPr>
            <a:lvl5pPr>
              <a:defRPr lang="en-US" dirty="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DB2531DA-E07E-34C2-010B-27DB8B00492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374064" y="1181100"/>
            <a:ext cx="8817936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3571549017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4000500" cy="1352516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19100" y="219456"/>
            <a:ext cx="2727930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7899" y="219456"/>
            <a:ext cx="1747774" cy="338328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3948" y="216280"/>
            <a:ext cx="551113" cy="33832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7899" y="1104900"/>
            <a:ext cx="6925002" cy="1352516"/>
          </a:xfrm>
        </p:spPr>
        <p:txBody>
          <a:bodyPr>
            <a:normAutofit/>
          </a:bodyPr>
          <a:lstStyle>
            <a:lvl1pPr marL="285750" indent="-285750">
              <a:buFont typeface="Arial" panose="020B0604020202020204" pitchFamily="34" charset="0"/>
              <a:buNone/>
              <a:defRPr sz="1400"/>
            </a:lvl1pPr>
            <a:lvl2pPr marL="514350" indent="-285750">
              <a:buFont typeface="Arial" panose="020B0604020202020204" pitchFamily="34" charset="0"/>
              <a:buNone/>
              <a:defRPr sz="1400"/>
            </a:lvl2pPr>
            <a:lvl3pPr marL="742950" indent="-285750">
              <a:buFont typeface="Arial" panose="020B0604020202020204" pitchFamily="34" charset="0"/>
              <a:buNone/>
              <a:defRPr sz="1400"/>
            </a:lvl3pPr>
            <a:lvl4pPr marL="857250" indent="-171450">
              <a:buFont typeface="Arial" panose="020B0604020202020204" pitchFamily="34" charset="0"/>
              <a:buNone/>
              <a:defRPr sz="1400"/>
            </a:lvl4pPr>
            <a:lvl5pPr marL="1085850" indent="-17145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C346877B-7C99-D26C-DFEC-72A4289A8FAC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2938509"/>
            <a:ext cx="12192000" cy="3919491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328834448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2514600" cy="2918919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51460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9" name="Picture Placeholder 8">
            <a:extLst>
              <a:ext uri="{FF2B5EF4-FFF2-40B4-BE49-F238E27FC236}">
                <a16:creationId xmlns:a16="http://schemas.microsoft.com/office/drawing/2014/main" id="{1EB6A322-B3CC-9AE7-DB63-8B433811BD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3423747" y="0"/>
            <a:ext cx="8768253" cy="3985719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800" y="4077628"/>
            <a:ext cx="1920240" cy="338328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4077628"/>
            <a:ext cx="555948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07755DB3-9272-8E5E-039F-AC14A2C07898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4423576"/>
            <a:ext cx="8420100" cy="1824824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367456146"/>
      </p:ext>
    </p:extLst>
  </p:cSld>
  <p:clrMapOvr>
    <a:masterClrMapping/>
  </p:clrMapOvr>
</p:sldLayout>
</file>

<file path=ppt/slideLayouts/slideLayout1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5881339" y="1115568"/>
            <a:ext cx="5247577" cy="994131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9456"/>
            <a:ext cx="2933700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5896579" y="209088"/>
            <a:ext cx="1844044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334185" y="209088"/>
            <a:ext cx="555948" cy="33832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F3BFBE8F-8803-50FD-04BC-3A247F9767CF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181100"/>
            <a:ext cx="5247577" cy="567690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FF0220E-48F8-B4D9-19DE-7B457C3C221C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881339" y="2133600"/>
            <a:ext cx="5247577" cy="41148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118791209"/>
      </p:ext>
    </p:extLst>
  </p:cSld>
  <p:clrMapOvr>
    <a:masterClrMapping/>
  </p:clrMapOvr>
</p:sldLayout>
</file>

<file path=ppt/slideLayouts/slideLayout14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6057" y="1115568"/>
            <a:ext cx="3607670" cy="3170545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29768" y="214858"/>
            <a:ext cx="2597106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45909" y="214858"/>
            <a:ext cx="1586711" cy="338328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7610" y="214858"/>
            <a:ext cx="555948" cy="33832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845909" y="1112672"/>
            <a:ext cx="6926991" cy="1967808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121707E4-5122-AA3B-7CFC-6AF9C0BAC46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03079" y="3500203"/>
            <a:ext cx="7288921" cy="3357797"/>
          </a:xfrm>
          <a:custGeom>
            <a:avLst/>
            <a:gdLst>
              <a:gd name="connsiteX0" fmla="*/ 0 w 7391400"/>
              <a:gd name="connsiteY0" fmla="*/ 0 h 3018269"/>
              <a:gd name="connsiteX1" fmla="*/ 7391400 w 7391400"/>
              <a:gd name="connsiteY1" fmla="*/ 0 h 3018269"/>
              <a:gd name="connsiteX2" fmla="*/ 7391400 w 7391400"/>
              <a:gd name="connsiteY2" fmla="*/ 3018269 h 3018269"/>
              <a:gd name="connsiteX3" fmla="*/ 0 w 7391400"/>
              <a:gd name="connsiteY3" fmla="*/ 3018269 h 3018269"/>
            </a:gdLst>
            <a:ahLst/>
            <a:cxnLst>
              <a:cxn ang="0">
                <a:pos x="connsiteX0" y="connsiteY0"/>
              </a:cxn>
              <a:cxn ang="0">
                <a:pos x="connsiteX1" y="connsiteY1"/>
              </a:cxn>
              <a:cxn ang="0">
                <a:pos x="connsiteX2" y="connsiteY2"/>
              </a:cxn>
              <a:cxn ang="0">
                <a:pos x="connsiteX3" y="connsiteY3"/>
              </a:cxn>
            </a:cxnLst>
            <a:rect l="l" t="t" r="r" b="b"/>
            <a:pathLst>
              <a:path w="7391400" h="3018269">
                <a:moveTo>
                  <a:pt x="0" y="0"/>
                </a:moveTo>
                <a:lnTo>
                  <a:pt x="7391400" y="0"/>
                </a:lnTo>
                <a:lnTo>
                  <a:pt x="7391400" y="3018269"/>
                </a:lnTo>
                <a:lnTo>
                  <a:pt x="0" y="3018269"/>
                </a:lnTo>
                <a:close/>
              </a:path>
            </a:pathLst>
          </a:custGeom>
          <a:blipFill dpi="0" rotWithShape="1">
            <a:blip r:embed="rId2" cstate="email">
              <a:alphaModFix amt="60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rcRect/>
            <a:stretch>
              <a:fillRect/>
            </a:stretch>
          </a:blipFill>
        </p:spPr>
        <p:txBody>
          <a:bodyPr wrap="square">
            <a:noAutofit/>
          </a:bodyPr>
          <a:lstStyle>
            <a:lvl1pPr marL="0" indent="0">
              <a:buNone/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168710442"/>
      </p:ext>
    </p:extLst>
  </p:cSld>
  <p:clrMapOvr>
    <a:masterClrMapping/>
  </p:clrMapOvr>
</p:sldLayout>
</file>

<file path=ppt/slideLayouts/slideLayout15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3429001"/>
            <a:ext cx="2501307" cy="2551982"/>
          </a:xfrm>
        </p:spPr>
        <p:txBody>
          <a:bodyPr anchor="t">
            <a:normAutofit/>
          </a:bodyPr>
          <a:lstStyle>
            <a:lvl1pPr>
              <a:defRPr sz="300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402C8AD-A927-B946-5850-6500487D6883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0" y="1"/>
            <a:ext cx="12192000" cy="2705099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865290"/>
            <a:ext cx="2726376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3352799" y="2865290"/>
            <a:ext cx="1967345" cy="338328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1657" y="2865290"/>
            <a:ext cx="555948" cy="33832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3D15418-1E32-0501-0E66-54FC2DD08E39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3352800" y="3429000"/>
            <a:ext cx="8210204" cy="3009900"/>
          </a:xfrm>
        </p:spPr>
        <p:txBody>
          <a:bodyPr>
            <a:normAutofit/>
          </a:bodyPr>
          <a:lstStyle>
            <a:lvl1pPr marL="0" indent="0">
              <a:buFont typeface="Arial" panose="020B0604020202020204" pitchFamily="34" charset="0"/>
              <a:buNone/>
              <a:defRPr sz="1400"/>
            </a:lvl1pPr>
            <a:lvl2pPr marL="228600" indent="0">
              <a:buFont typeface="Arial" panose="020B0604020202020204" pitchFamily="34" charset="0"/>
              <a:buNone/>
              <a:defRPr sz="1400"/>
            </a:lvl2pPr>
            <a:lvl3pPr marL="457200" indent="0">
              <a:buFont typeface="Arial" panose="020B0604020202020204" pitchFamily="34" charset="0"/>
              <a:buNone/>
              <a:defRPr sz="1400"/>
            </a:lvl3pPr>
            <a:lvl4pPr marL="685800" indent="0">
              <a:buFont typeface="Arial" panose="020B0604020202020204" pitchFamily="34" charset="0"/>
              <a:buNone/>
              <a:defRPr sz="1400"/>
            </a:lvl4pPr>
            <a:lvl5pPr marL="914400" indent="0">
              <a:buFont typeface="Arial" panose="020B0604020202020204" pitchFamily="34" charset="0"/>
              <a:buNone/>
              <a:defRPr sz="1400"/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1521513495"/>
      </p:ext>
    </p:extLst>
  </p:cSld>
  <p:clrMapOvr>
    <a:masterClrMapping/>
  </p:clrMapOvr>
</p:sldLayout>
</file>

<file path=ppt/slideLayouts/slideLayout1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46230" y="1115568"/>
            <a:ext cx="3603256" cy="1409878"/>
          </a:xfrm>
        </p:spPr>
        <p:txBody>
          <a:bodyPr anchor="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838700" y="209088"/>
            <a:ext cx="2514600" cy="338328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86019" y="219456"/>
            <a:ext cx="564341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747AED59-1A26-9C13-8482-7857E7DEFE52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46230" y="2705100"/>
            <a:ext cx="3603256" cy="3695700"/>
          </a:xfrm>
        </p:spPr>
        <p:txBody>
          <a:bodyPr anchor="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11" name="Picture Placeholder 10">
            <a:extLst>
              <a:ext uri="{FF2B5EF4-FFF2-40B4-BE49-F238E27FC236}">
                <a16:creationId xmlns:a16="http://schemas.microsoft.com/office/drawing/2014/main" id="{183D1CED-EDC4-B2B7-E11C-EF0ED41A9136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4935269" y="1175658"/>
            <a:ext cx="7256731" cy="5682342"/>
          </a:xfrm>
          <a:blipFill>
            <a:blip r:embed="rId2" cstate="email">
              <a:alphaModFix amt="65000"/>
              <a:extLst>
                <a:ext uri="{28A0092B-C50C-407E-A947-70E740481C1C}">
                  <a14:useLocalDpi xmlns:a14="http://schemas.microsoft.com/office/drawing/2010/main"/>
                </a:ext>
              </a:extLst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</p:spTree>
    <p:extLst>
      <p:ext uri="{BB962C8B-B14F-4D97-AF65-F5344CB8AC3E}">
        <p14:creationId xmlns:p14="http://schemas.microsoft.com/office/powerpoint/2010/main" val="1176825040"/>
      </p:ext>
    </p:extLst>
  </p:cSld>
  <p:clrMapOvr>
    <a:masterClrMapping/>
  </p:clrMapOvr>
</p:sldLayout>
</file>

<file path=ppt/slideLayouts/slideLayout1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4607626"/>
            <a:ext cx="4419600" cy="1640774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04508209-B462-E74A-288F-8910B06DE3A1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914" y="0"/>
            <a:ext cx="4836786" cy="4214191"/>
          </a:xfrm>
          <a:blipFill>
            <a:blip r:embed="rId2">
              <a:alphaModFix amt="60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5541275" y="209088"/>
            <a:ext cx="2726376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0525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  <a:effectLst/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18B74D6-CD72-B859-C229-60DB988B25E3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5541276" y="1104900"/>
            <a:ext cx="5750381" cy="5143500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149564188"/>
      </p:ext>
    </p:extLst>
  </p:cSld>
  <p:clrMapOvr>
    <a:masterClrMapping/>
  </p:clrMapOvr>
</p:sldLayout>
</file>

<file path=ppt/slideLayouts/slideLayout18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tent with Pictur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3105335" cy="1636510"/>
          </a:xfrm>
        </p:spPr>
        <p:txBody>
          <a:bodyPr anchor="t"/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>
          <a:xfrm>
            <a:off x="432393" y="214858"/>
            <a:ext cx="2726376" cy="338328"/>
          </a:xfrm>
        </p:spPr>
        <p:txBody>
          <a:bodyPr/>
          <a:lstStyle/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4055522" y="214858"/>
            <a:ext cx="2536988" cy="338328"/>
          </a:xfrm>
        </p:spPr>
        <p:txBody>
          <a:bodyPr/>
          <a:lstStyle/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>
          <a:xfrm>
            <a:off x="11292840" y="214858"/>
            <a:ext cx="555948" cy="338328"/>
          </a:xfrm>
        </p:spPr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Picture Placeholder 3">
            <a:extLst>
              <a:ext uri="{FF2B5EF4-FFF2-40B4-BE49-F238E27FC236}">
                <a16:creationId xmlns:a16="http://schemas.microsoft.com/office/drawing/2014/main" id="{EA8D0EC2-AB64-20F7-00E1-73B35DEAA2D7}"/>
              </a:ext>
            </a:extLst>
          </p:cNvPr>
          <p:cNvSpPr>
            <a:spLocks noGrp="1"/>
          </p:cNvSpPr>
          <p:nvPr>
            <p:ph type="pic" sz="quarter" idx="15" hasCustomPrompt="1"/>
          </p:nvPr>
        </p:nvSpPr>
        <p:spPr>
          <a:xfrm>
            <a:off x="1" y="3017520"/>
            <a:ext cx="3417902" cy="3840480"/>
          </a:xfrm>
          <a:blipFill>
            <a:blip r:embed="rId2">
              <a:alphaModFix amt="65000"/>
            </a:blip>
            <a:stretch>
              <a:fillRect/>
            </a:stretch>
          </a:blipFill>
        </p:spPr>
        <p:txBody>
          <a:bodyPr/>
          <a:lstStyle>
            <a:lvl1pPr>
              <a:defRPr/>
            </a:lvl1pPr>
          </a:lstStyle>
          <a:p>
            <a:r>
              <a:rPr lang="en-US" dirty="0"/>
              <a:t>   </a:t>
            </a:r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8BAC3300-BF12-B200-9F06-8D5AC45CB7EF}"/>
              </a:ext>
            </a:extLst>
          </p:cNvPr>
          <p:cNvSpPr>
            <a:spLocks noGrp="1"/>
          </p:cNvSpPr>
          <p:nvPr>
            <p:ph sz="quarter" idx="14"/>
          </p:nvPr>
        </p:nvSpPr>
        <p:spPr>
          <a:xfrm>
            <a:off x="4055522" y="1104901"/>
            <a:ext cx="7476571" cy="5333999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491100246"/>
      </p:ext>
    </p:extLst>
  </p:cSld>
  <p:clrMapOvr>
    <a:masterClrMapping/>
  </p:clrMapOvr>
</p:sldLayout>
</file>

<file path=ppt/slideLayouts/slideLayout19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Number Larg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C26FEAF5-B987-7B83-7D1F-A4C535E2B0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17701" r="5781"/>
          <a:stretch>
            <a:fillRect/>
          </a:stretch>
        </p:blipFill>
        <p:spPr>
          <a:xfrm rot="10800000" flipH="1">
            <a:off x="0" y="-1"/>
            <a:ext cx="12192000" cy="6864096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E9DD887D-B316-418B-8AF4-4F941223A03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7772400" y="5082379"/>
            <a:ext cx="4000500" cy="1169230"/>
          </a:xfrm>
        </p:spPr>
        <p:txBody>
          <a:bodyPr anchor="b">
            <a:normAutofit/>
          </a:bodyPr>
          <a:lstStyle>
            <a:lvl1pPr>
              <a:defRPr sz="2000" spc="-50" baseline="0"/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D6D72DC-8ED1-FAB8-CD4C-7BDCAEA2C3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14C6FDB9-A3B3-A4DB-D081-D27ECC7043C1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7772400" y="209088"/>
            <a:ext cx="197069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CFBFCFB0-1D5D-C25F-A74C-5CFB9C1950C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942D9118-C154-84FE-9D86-92525287F07F}"/>
              </a:ext>
            </a:extLst>
          </p:cNvPr>
          <p:cNvSpPr>
            <a:spLocks noGrp="1"/>
          </p:cNvSpPr>
          <p:nvPr>
            <p:ph sz="quarter" idx="14" hasCustomPrompt="1"/>
          </p:nvPr>
        </p:nvSpPr>
        <p:spPr>
          <a:xfrm>
            <a:off x="280988" y="1063625"/>
            <a:ext cx="10428287" cy="3508375"/>
          </a:xfrm>
        </p:spPr>
        <p:txBody>
          <a:bodyPr>
            <a:noAutofit/>
          </a:bodyPr>
          <a:lstStyle>
            <a:lvl1pPr>
              <a:lnSpc>
                <a:spcPct val="80000"/>
              </a:lnSpc>
              <a:defRPr sz="26000"/>
            </a:lvl1pPr>
          </a:lstStyle>
          <a:p>
            <a:pPr lvl="0"/>
            <a:r>
              <a:rPr lang="en-US" dirty="0"/>
              <a:t>XX%</a:t>
            </a:r>
          </a:p>
        </p:txBody>
      </p:sp>
    </p:spTree>
    <p:extLst>
      <p:ext uri="{BB962C8B-B14F-4D97-AF65-F5344CB8AC3E}">
        <p14:creationId xmlns:p14="http://schemas.microsoft.com/office/powerpoint/2010/main" val="2080520151"/>
      </p:ext>
    </p:extLst>
  </p:cSld>
  <p:clrMapOvr>
    <a:masterClrMapping/>
  </p:clrMapOvr>
</p:sldLayout>
</file>

<file path=ppt/slideLayouts/slideLayout20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Statem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red and purple light&#10;&#10;AI-generated content may be incorrect.">
            <a:extLst>
              <a:ext uri="{FF2B5EF4-FFF2-40B4-BE49-F238E27FC236}">
                <a16:creationId xmlns:a16="http://schemas.microsoft.com/office/drawing/2014/main" id="{27A6C04A-3EE2-7293-8111-E4CF6B18B2D4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7784" t="57458" r="22221" b="1"/>
          <a:stretch>
            <a:fillRect/>
          </a:stretch>
        </p:blipFill>
        <p:spPr>
          <a:xfrm rot="10800000">
            <a:off x="0" y="0"/>
            <a:ext cx="12192000" cy="4802819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A7221EB5-8556-FBD7-00D5-D69AC8E7E73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12648" y="-1133856"/>
            <a:ext cx="10652760" cy="9144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3D56E87B-2252-4382-E6E7-15A81BCC802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67F688C7-1128-9027-65E4-A17BBE7DDDF0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8C1C6A68-1AC4-7B10-CD66-D67327434E6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3E4E45FF-53F3-89B1-B969-C440DC819EF4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419099" y="2885606"/>
            <a:ext cx="8801101" cy="3553293"/>
          </a:xfrm>
        </p:spPr>
        <p:txBody>
          <a:bodyPr anchor="b">
            <a:normAutofit/>
          </a:bodyPr>
          <a:lstStyle>
            <a:lvl1pPr marL="0" indent="0">
              <a:lnSpc>
                <a:spcPct val="85000"/>
              </a:lnSpc>
              <a:buNone/>
              <a:defRPr sz="6000" b="0" spc="-50" baseline="0">
                <a:solidFill>
                  <a:schemeClr val="tx1"/>
                </a:solidFill>
              </a:defRPr>
            </a:lvl1pPr>
            <a:lvl2pPr marL="228600" indent="0">
              <a:lnSpc>
                <a:spcPct val="85000"/>
              </a:lnSpc>
              <a:buNone/>
              <a:defRPr sz="4400" b="0" spc="-50" baseline="0">
                <a:solidFill>
                  <a:schemeClr val="tx1"/>
                </a:solidFill>
              </a:defRPr>
            </a:lvl2pPr>
            <a:lvl3pPr marL="457200" indent="0">
              <a:lnSpc>
                <a:spcPct val="85000"/>
              </a:lnSpc>
              <a:buNone/>
              <a:defRPr sz="4000" b="0" spc="-50" baseline="0">
                <a:solidFill>
                  <a:schemeClr val="tx1"/>
                </a:solidFill>
              </a:defRPr>
            </a:lvl3pPr>
            <a:lvl4pPr marL="685800" indent="0">
              <a:lnSpc>
                <a:spcPct val="85000"/>
              </a:lnSpc>
              <a:buNone/>
              <a:defRPr sz="3600" b="0" spc="-50" baseline="0">
                <a:solidFill>
                  <a:schemeClr val="tx1"/>
                </a:solidFill>
              </a:defRPr>
            </a:lvl4pPr>
            <a:lvl5pPr marL="914400" indent="0">
              <a:lnSpc>
                <a:spcPct val="85000"/>
              </a:lnSpc>
              <a:buNone/>
              <a:defRPr sz="3200" b="0" spc="-50" baseline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 dirty="0"/>
              <a:t>Click to add Statement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986399599"/>
      </p:ext>
    </p:extLst>
  </p:cSld>
  <p:clrMapOvr>
    <a:masterClrMapping/>
  </p:clrMapOvr>
</p:sldLayout>
</file>

<file path=ppt/slideLayouts/slideLayout2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Quot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6" name="Picture 5" descr="A close up of a colorful background&#10;&#10;AI-generated content may be incorrect.">
            <a:extLst>
              <a:ext uri="{FF2B5EF4-FFF2-40B4-BE49-F238E27FC236}">
                <a16:creationId xmlns:a16="http://schemas.microsoft.com/office/drawing/2014/main" id="{56ABB8EC-1098-DCAC-E2E3-BCA53EEC625D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1291" t="22024" r="10011"/>
          <a:stretch>
            <a:fillRect/>
          </a:stretch>
        </p:blipFill>
        <p:spPr>
          <a:xfrm rot="10800000" flipH="1">
            <a:off x="0" y="0"/>
            <a:ext cx="12192000" cy="6864096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0131542D-3EA5-35E3-406E-8496EA7D4045}"/>
              </a:ext>
            </a:extLst>
          </p:cNvPr>
          <p:cNvSpPr>
            <a:spLocks noGrp="1"/>
          </p:cNvSpPr>
          <p:nvPr>
            <p:ph type="title" hasCustomPrompt="1"/>
          </p:nvPr>
        </p:nvSpPr>
        <p:spPr>
          <a:xfrm>
            <a:off x="1866899" y="4874218"/>
            <a:ext cx="8506567" cy="666427"/>
          </a:xfrm>
        </p:spPr>
        <p:txBody>
          <a:bodyPr anchor="ctr">
            <a:normAutofit/>
          </a:bodyPr>
          <a:lstStyle>
            <a:lvl1pPr algn="r">
              <a:lnSpc>
                <a:spcPct val="90000"/>
              </a:lnSpc>
              <a:defRPr sz="1400" b="0" cap="all" spc="100" baseline="0">
                <a:solidFill>
                  <a:schemeClr val="tx1"/>
                </a:solidFill>
              </a:defRPr>
            </a:lvl1pPr>
          </a:lstStyle>
          <a:p>
            <a:r>
              <a:rPr lang="en-US" dirty="0"/>
              <a:t>Quote Author</a:t>
            </a:r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A4AFB98B-06E5-997A-53DA-CC0E6A618ED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5E4CA6F2-8C52-8488-999E-FEF7877BAFC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1159DD64-9865-92B3-BED2-F770E9763D7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7" name="Content Placeholder 6">
            <a:extLst>
              <a:ext uri="{FF2B5EF4-FFF2-40B4-BE49-F238E27FC236}">
                <a16:creationId xmlns:a16="http://schemas.microsoft.com/office/drawing/2014/main" id="{1BBD3F2A-2B85-D7B7-24A2-D01A281CD792}"/>
              </a:ext>
            </a:extLst>
          </p:cNvPr>
          <p:cNvSpPr>
            <a:spLocks noGrp="1"/>
          </p:cNvSpPr>
          <p:nvPr>
            <p:ph sz="quarter" idx="13" hasCustomPrompt="1"/>
          </p:nvPr>
        </p:nvSpPr>
        <p:spPr>
          <a:xfrm>
            <a:off x="1866899" y="1856096"/>
            <a:ext cx="8506567" cy="2855388"/>
          </a:xfrm>
        </p:spPr>
        <p:txBody>
          <a:bodyPr anchor="ctr">
            <a:normAutofit/>
          </a:bodyPr>
          <a:lstStyle>
            <a:lvl1pPr marL="164592" indent="-164592">
              <a:lnSpc>
                <a:spcPct val="90000"/>
              </a:lnSpc>
              <a:spcBef>
                <a:spcPts val="0"/>
              </a:spcBef>
              <a:buFont typeface="Arial" panose="020B0604020202020204" pitchFamily="34" charset="0"/>
              <a:buNone/>
              <a:defRPr sz="5000" spc="-50" baseline="0">
                <a:solidFill>
                  <a:schemeClr val="tx1"/>
                </a:solidFill>
              </a:defRPr>
            </a:lvl1pPr>
          </a:lstStyle>
          <a:p>
            <a:pPr lvl="0"/>
            <a:r>
              <a:rPr lang="en-US" dirty="0"/>
              <a:t>Click to add Quote</a:t>
            </a:r>
          </a:p>
        </p:txBody>
      </p:sp>
    </p:spTree>
    <p:extLst>
      <p:ext uri="{BB962C8B-B14F-4D97-AF65-F5344CB8AC3E}">
        <p14:creationId xmlns:p14="http://schemas.microsoft.com/office/powerpoint/2010/main" val="3794675881"/>
      </p:ext>
    </p:extLst>
  </p:cSld>
  <p:clrMapOvr>
    <a:masterClrMapping/>
  </p:clrMapOvr>
</p:sldLayout>
</file>

<file path=ppt/slideLayouts/slideLayout2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AF3BB49-A328-F121-7F27-DEB7C3CC2B0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9100" y="1115568"/>
            <a:ext cx="8382000" cy="701657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2BDD5A2-CE3E-3215-6DAA-F75C0D1229D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897D0B7E-1A60-DA52-6965-92412B1C2F9F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B1B822F1-284A-1786-FAF2-72129E2FE64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704CA46A-141E-21AB-51BA-BA1F0F395708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8" name="Content Placeholder 3">
            <a:extLst>
              <a:ext uri="{FF2B5EF4-FFF2-40B4-BE49-F238E27FC236}">
                <a16:creationId xmlns:a16="http://schemas.microsoft.com/office/drawing/2014/main" id="{F8607D36-7013-02AC-69A9-8D38C5BBA7D0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5878824" y="1900238"/>
            <a:ext cx="4924425" cy="4348162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869685237"/>
      </p:ext>
    </p:extLst>
  </p:cSld>
  <p:clrMapOvr>
    <a:masterClrMapping/>
  </p:clrMapOvr>
</p:sldLayout>
</file>

<file path=ppt/slideLayouts/slideLayout2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41FEE969-634D-6E32-D227-18E9282C6F9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18655" y="932098"/>
            <a:ext cx="10835539" cy="70408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949D76D8-9033-26CF-BF4C-AECCC685C177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4E3B3581-658A-8487-F9CB-E79F2BFF27E4}"/>
              </a:ext>
            </a:extLst>
          </p:cNvPr>
          <p:cNvSpPr>
            <a:spLocks noGrp="1"/>
          </p:cNvSpPr>
          <p:nvPr>
            <p:ph type="dt" sz="half" idx="10"/>
          </p:nvPr>
        </p:nvSpPr>
        <p:spPr>
          <a:xfrm>
            <a:off x="8801100" y="214858"/>
            <a:ext cx="1920240" cy="33832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E02A06B8-CC1D-542F-D8EB-7625046B91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1CD26D4-290A-F0ED-7D62-41EDA6FEC2B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18654" y="1675614"/>
            <a:ext cx="4913919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A1854769-C5D8-1BF0-C3A2-77216D6255DB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431800" y="2285022"/>
            <a:ext cx="4900773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06536620-C4F3-EEC3-DBF1-05196B1CBB55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286500" y="1675614"/>
            <a:ext cx="4967694" cy="559834"/>
          </a:xfrm>
        </p:spPr>
        <p:txBody>
          <a:bodyPr anchor="b">
            <a:normAutofit/>
          </a:bodyPr>
          <a:lstStyle>
            <a:lvl1pPr marL="0" indent="0">
              <a:lnSpc>
                <a:spcPct val="90000"/>
              </a:lnSpc>
              <a:buNone/>
              <a:defRPr sz="1600" b="1" cap="all" baseline="0">
                <a:solidFill>
                  <a:schemeClr val="tx1"/>
                </a:solidFill>
              </a:defRPr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3">
            <a:extLst>
              <a:ext uri="{FF2B5EF4-FFF2-40B4-BE49-F238E27FC236}">
                <a16:creationId xmlns:a16="http://schemas.microsoft.com/office/drawing/2014/main" id="{B3527224-4234-3620-766D-DCCA3AFDF896}"/>
              </a:ext>
            </a:extLst>
          </p:cNvPr>
          <p:cNvSpPr>
            <a:spLocks noGrp="1"/>
          </p:cNvSpPr>
          <p:nvPr>
            <p:ph sz="quarter" idx="16"/>
          </p:nvPr>
        </p:nvSpPr>
        <p:spPr>
          <a:xfrm>
            <a:off x="6279401" y="2285022"/>
            <a:ext cx="4982762" cy="3963378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581325935"/>
      </p:ext>
    </p:extLst>
  </p:cSld>
  <p:clrMapOvr>
    <a:masterClrMapping/>
  </p:clrMapOvr>
</p:sldLayout>
</file>

<file path=ppt/slideLayouts/slideLayout24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66A9F42-7FF7-F803-C075-BC4968D35E34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8380309" cy="876193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6B968DDD-323F-89A1-84E3-DDBA626D938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E89E8268-7232-2944-F1BD-399F9419B563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98FBDC76-671D-1671-DCE2-D5658BD40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2656561"/>
      </p:ext>
    </p:extLst>
  </p:cSld>
  <p:clrMapOvr>
    <a:masterClrMapping/>
  </p:clrMapOvr>
</p:sldLayout>
</file>

<file path=ppt/slideLayouts/slideLayout25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pt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10EAA6C9-A7F3-19F1-D17C-A1D83FAF553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49BC4D82-0182-501C-9231-46767680476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34EBB816-1B94-116F-92D4-6043AE9E0C6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72513473"/>
      </p:ext>
    </p:extLst>
  </p:cSld>
  <p:clrMapOvr>
    <a:masterClrMapping/>
  </p:clrMapOvr>
</p:sldLayout>
</file>

<file path=ppt/slideLayouts/slideLayout26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7" name="Picture 6" descr="A red and purple light&#10;&#10;AI-generated content may be incorrect.">
            <a:extLst>
              <a:ext uri="{FF2B5EF4-FFF2-40B4-BE49-F238E27FC236}">
                <a16:creationId xmlns:a16="http://schemas.microsoft.com/office/drawing/2014/main" id="{CC69B319-31FA-514C-5A82-30B4D1B20A23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BC7433D9-FD02-59E2-0F81-A0B7201D2DA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32393" y="758952"/>
            <a:ext cx="7609668" cy="1734866"/>
          </a:xfrm>
        </p:spPr>
        <p:txBody>
          <a:bodyPr anchor="t">
            <a:noAutofit/>
          </a:bodyPr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8" name="Content Placeholder 7">
            <a:extLst>
              <a:ext uri="{FF2B5EF4-FFF2-40B4-BE49-F238E27FC236}">
                <a16:creationId xmlns:a16="http://schemas.microsoft.com/office/drawing/2014/main" id="{C7E1FCC9-2D1D-9C6B-8C9A-E3D0A77DBEF0}"/>
              </a:ext>
            </a:extLst>
          </p:cNvPr>
          <p:cNvSpPr>
            <a:spLocks noGrp="1"/>
          </p:cNvSpPr>
          <p:nvPr>
            <p:ph sz="quarter" idx="13"/>
          </p:nvPr>
        </p:nvSpPr>
        <p:spPr>
          <a:xfrm>
            <a:off x="419100" y="2705101"/>
            <a:ext cx="8801100" cy="2947550"/>
          </a:xfrm>
        </p:spPr>
        <p:txBody>
          <a:bodyPr vert="horz" lIns="91440" tIns="45720" rIns="91440" bIns="45720" rtlCol="0">
            <a:normAutofit/>
          </a:bodyPr>
          <a:lstStyle>
            <a:lvl1pPr>
              <a:defRPr lang="en-US" dirty="0">
                <a:solidFill>
                  <a:schemeClr val="tx1"/>
                </a:solidFill>
              </a:defRPr>
            </a:lvl1pPr>
            <a:lvl2pPr>
              <a:defRPr lang="en-US" dirty="0">
                <a:solidFill>
                  <a:schemeClr val="tx1"/>
                </a:solidFill>
              </a:defRPr>
            </a:lvl2pPr>
            <a:lvl3pPr>
              <a:defRPr lang="en-US" dirty="0">
                <a:solidFill>
                  <a:schemeClr val="tx1"/>
                </a:solidFill>
              </a:defRPr>
            </a:lvl3pPr>
            <a:lvl4pPr>
              <a:defRPr lang="en-US" dirty="0">
                <a:solidFill>
                  <a:schemeClr val="tx1"/>
                </a:solidFill>
              </a:defRPr>
            </a:lvl4pPr>
            <a:lvl5pPr>
              <a:defRPr lang="en-US" dirty="0"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511904072"/>
      </p:ext>
    </p:extLst>
  </p:cSld>
  <p:clrMapOvr>
    <a:masterClrMapping/>
  </p:clrMapOvr>
</p:sldLayout>
</file>

<file path=ppt/slideLayouts/slideLayout27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Conclusion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3" name="Picture 2" descr="A red and purple light&#10;&#10;AI-generated content may be incorrect.">
            <a:extLst>
              <a:ext uri="{FF2B5EF4-FFF2-40B4-BE49-F238E27FC236}">
                <a16:creationId xmlns:a16="http://schemas.microsoft.com/office/drawing/2014/main" id="{86565871-9318-EC0D-5245-A159818CA83F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r="7892"/>
          <a:stretch>
            <a:fillRect/>
          </a:stretch>
        </p:blipFill>
        <p:spPr>
          <a:xfrm flipH="1">
            <a:off x="-1" y="0"/>
            <a:ext cx="12191999" cy="6858000"/>
          </a:xfrm>
          <a:prstGeom prst="rect">
            <a:avLst/>
          </a:prstGeom>
        </p:spPr>
      </p:pic>
      <p:sp>
        <p:nvSpPr>
          <p:cNvPr id="9" name="Title 8">
            <a:extLst>
              <a:ext uri="{FF2B5EF4-FFF2-40B4-BE49-F238E27FC236}">
                <a16:creationId xmlns:a16="http://schemas.microsoft.com/office/drawing/2014/main" id="{687F1B09-5020-D2DD-189E-7226AD23292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2" y="2704772"/>
            <a:ext cx="5465660" cy="2733384"/>
          </a:xfrm>
        </p:spPr>
        <p:txBody>
          <a:bodyPr/>
          <a:lstStyle>
            <a:lvl1pPr>
              <a:defRPr sz="7200">
                <a:solidFill>
                  <a:schemeClr val="tx1"/>
                </a:solidFill>
              </a:defRPr>
            </a:lvl1pPr>
          </a:lstStyle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17E6B5E-6174-FD5C-41E8-FFC44C650D7E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0B9485D1-E172-8F0A-A425-3097B3ABCFB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4BF72154-F85B-E301-DA57-E314D7315916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  <p:sp>
        <p:nvSpPr>
          <p:cNvPr id="12" name="Content Placeholder 11">
            <a:extLst>
              <a:ext uri="{FF2B5EF4-FFF2-40B4-BE49-F238E27FC236}">
                <a16:creationId xmlns:a16="http://schemas.microsoft.com/office/drawing/2014/main" id="{8492B719-9068-0A96-E408-4EB3E9F85BE9}"/>
              </a:ext>
            </a:extLst>
          </p:cNvPr>
          <p:cNvSpPr>
            <a:spLocks noGrp="1"/>
          </p:cNvSpPr>
          <p:nvPr>
            <p:ph sz="quarter" idx="15"/>
          </p:nvPr>
        </p:nvSpPr>
        <p:spPr>
          <a:xfrm>
            <a:off x="6305550" y="2705100"/>
            <a:ext cx="4410075" cy="1562100"/>
          </a:xfrm>
        </p:spPr>
        <p:txBody>
          <a:bodyPr/>
          <a:lstStyle>
            <a:lvl1pPr>
              <a:defRPr>
                <a:solidFill>
                  <a:schemeClr val="tx1"/>
                </a:solidFill>
              </a:defRPr>
            </a:lvl1pPr>
            <a:lvl2pPr>
              <a:defRPr>
                <a:solidFill>
                  <a:schemeClr val="tx1"/>
                </a:solidFill>
              </a:defRPr>
            </a:lvl2pPr>
            <a:lvl3pPr>
              <a:defRPr>
                <a:solidFill>
                  <a:schemeClr val="tx1"/>
                </a:solidFill>
              </a:defRPr>
            </a:lvl3pPr>
            <a:lvl4pPr>
              <a:defRPr>
                <a:solidFill>
                  <a:schemeClr val="tx1"/>
                </a:solidFill>
              </a:defRPr>
            </a:lvl4pPr>
            <a:lvl5pPr>
              <a:defRPr>
                <a:solidFill>
                  <a:schemeClr val="tx1"/>
                </a:solidFill>
              </a:defRPr>
            </a:lvl5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443501556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13" Type="http://schemas.openxmlformats.org/officeDocument/2006/relationships/slideLayout" Target="../slideLayouts/slideLayout13.xml"/><Relationship Id="rId18" Type="http://schemas.openxmlformats.org/officeDocument/2006/relationships/slideLayout" Target="../slideLayouts/slideLayout18.xml"/><Relationship Id="rId26" Type="http://schemas.openxmlformats.org/officeDocument/2006/relationships/slideLayout" Target="../slideLayouts/slideLayout26.xml"/><Relationship Id="rId3" Type="http://schemas.openxmlformats.org/officeDocument/2006/relationships/slideLayout" Target="../slideLayouts/slideLayout3.xml"/><Relationship Id="rId21" Type="http://schemas.openxmlformats.org/officeDocument/2006/relationships/slideLayout" Target="../slideLayouts/slideLayout21.xml"/><Relationship Id="rId7" Type="http://schemas.openxmlformats.org/officeDocument/2006/relationships/slideLayout" Target="../slideLayouts/slideLayout7.xml"/><Relationship Id="rId12" Type="http://schemas.openxmlformats.org/officeDocument/2006/relationships/slideLayout" Target="../slideLayouts/slideLayout12.xml"/><Relationship Id="rId17" Type="http://schemas.openxmlformats.org/officeDocument/2006/relationships/slideLayout" Target="../slideLayouts/slideLayout17.xml"/><Relationship Id="rId25" Type="http://schemas.openxmlformats.org/officeDocument/2006/relationships/slideLayout" Target="../slideLayouts/slideLayout25.xml"/><Relationship Id="rId2" Type="http://schemas.openxmlformats.org/officeDocument/2006/relationships/slideLayout" Target="../slideLayouts/slideLayout2.xml"/><Relationship Id="rId16" Type="http://schemas.openxmlformats.org/officeDocument/2006/relationships/slideLayout" Target="../slideLayouts/slideLayout16.xml"/><Relationship Id="rId20" Type="http://schemas.openxmlformats.org/officeDocument/2006/relationships/slideLayout" Target="../slideLayouts/slideLayout20.xml"/><Relationship Id="rId29" Type="http://schemas.openxmlformats.org/officeDocument/2006/relationships/image" Target="../media/image1.jpeg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24" Type="http://schemas.openxmlformats.org/officeDocument/2006/relationships/slideLayout" Target="../slideLayouts/slideLayout24.xml"/><Relationship Id="rId5" Type="http://schemas.openxmlformats.org/officeDocument/2006/relationships/slideLayout" Target="../slideLayouts/slideLayout5.xml"/><Relationship Id="rId15" Type="http://schemas.openxmlformats.org/officeDocument/2006/relationships/slideLayout" Target="../slideLayouts/slideLayout15.xml"/><Relationship Id="rId23" Type="http://schemas.openxmlformats.org/officeDocument/2006/relationships/slideLayout" Target="../slideLayouts/slideLayout23.xml"/><Relationship Id="rId28" Type="http://schemas.openxmlformats.org/officeDocument/2006/relationships/theme" Target="../theme/theme1.xml"/><Relationship Id="rId10" Type="http://schemas.openxmlformats.org/officeDocument/2006/relationships/slideLayout" Target="../slideLayouts/slideLayout10.xml"/><Relationship Id="rId19" Type="http://schemas.openxmlformats.org/officeDocument/2006/relationships/slideLayout" Target="../slideLayouts/slideLayout19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14" Type="http://schemas.openxmlformats.org/officeDocument/2006/relationships/slideLayout" Target="../slideLayouts/slideLayout14.xml"/><Relationship Id="rId22" Type="http://schemas.openxmlformats.org/officeDocument/2006/relationships/slideLayout" Target="../slideLayouts/slideLayout22.xml"/><Relationship Id="rId27" Type="http://schemas.openxmlformats.org/officeDocument/2006/relationships/slideLayout" Target="../slideLayouts/slideLayout27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Pr>
        <a:blipFill dpi="0" rotWithShape="1">
          <a:blip r:embed="rId29">
            <a:alphaModFix amt="83000"/>
          </a:blip>
          <a:srcRect/>
          <a:tile tx="0" ty="0" sx="100000" sy="100000" flip="none" algn="tl"/>
        </a:blip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475BFB69-9245-EC58-F1DE-FEB625BD33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1113510"/>
            <a:ext cx="9942409" cy="87619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  <a:endParaRPr lang="en-US" dirty="0"/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5516AFD5-5144-C460-0CA4-644BC4A93C02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429417" y="2133600"/>
            <a:ext cx="9942409" cy="430530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  <a:endParaRPr lang="en-US" dirty="0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D4E1B7C8-DA74-800B-EE14-A39E9DB32DE4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32393" y="214858"/>
            <a:ext cx="2726376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3995753E-AF8A-7E04-8A1A-205B755A0215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801100" y="214858"/>
            <a:ext cx="1920240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9/26/2026</a:t>
            </a:fld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AC1647D-0DF0-CA1B-F723-EF7B8F508DB7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1291657" y="214858"/>
            <a:ext cx="555948" cy="338328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 rtl="0">
              <a:defRPr sz="700" cap="all" baseline="0">
                <a:solidFill>
                  <a:schemeClr val="tx1"/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6487570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4160" r:id="rId1"/>
    <p:sldLayoutId id="2147484161" r:id="rId2"/>
    <p:sldLayoutId id="2147484162" r:id="rId3"/>
    <p:sldLayoutId id="2147484163" r:id="rId4"/>
    <p:sldLayoutId id="2147484164" r:id="rId5"/>
    <p:sldLayoutId id="2147484165" r:id="rId6"/>
    <p:sldLayoutId id="2147484166" r:id="rId7"/>
    <p:sldLayoutId id="2147484167" r:id="rId8"/>
    <p:sldLayoutId id="2147484168" r:id="rId9"/>
    <p:sldLayoutId id="2147484169" r:id="rId10"/>
    <p:sldLayoutId id="2147484170" r:id="rId11"/>
    <p:sldLayoutId id="2147484171" r:id="rId12"/>
    <p:sldLayoutId id="2147484172" r:id="rId13"/>
    <p:sldLayoutId id="2147484173" r:id="rId14"/>
    <p:sldLayoutId id="2147484174" r:id="rId15"/>
    <p:sldLayoutId id="2147484175" r:id="rId16"/>
    <p:sldLayoutId id="2147484176" r:id="rId17"/>
    <p:sldLayoutId id="2147484177" r:id="rId18"/>
    <p:sldLayoutId id="2147484178" r:id="rId19"/>
    <p:sldLayoutId id="2147484179" r:id="rId20"/>
    <p:sldLayoutId id="2147484180" r:id="rId21"/>
    <p:sldLayoutId id="2147484181" r:id="rId22"/>
    <p:sldLayoutId id="2147484182" r:id="rId23"/>
    <p:sldLayoutId id="2147484183" r:id="rId24"/>
    <p:sldLayoutId id="2147484184" r:id="rId25"/>
    <p:sldLayoutId id="2147484185" r:id="rId26"/>
    <p:sldLayoutId id="2147484186" r:id="rId27"/>
  </p:sldLayoutIdLst>
  <p:txStyles>
    <p:titleStyle>
      <a:lvl1pPr algn="l" defTabSz="914400" rtl="0" eaLnBrk="1" latinLnBrk="0" hangingPunct="1">
        <a:lnSpc>
          <a:spcPct val="85000"/>
        </a:lnSpc>
        <a:spcBef>
          <a:spcPct val="0"/>
        </a:spcBef>
        <a:buNone/>
        <a:defRPr sz="3000" b="0" kern="1200" spc="-110" baseline="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0" indent="0" algn="l" defTabSz="914400" rtl="0" eaLnBrk="1" latinLnBrk="0" hangingPunct="1">
        <a:lnSpc>
          <a:spcPct val="120000"/>
        </a:lnSpc>
        <a:spcBef>
          <a:spcPts val="10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1pPr>
      <a:lvl2pPr marL="2286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2pPr>
      <a:lvl3pPr marL="4572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3pPr>
      <a:lvl4pPr marL="6858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914400" indent="0" algn="l" defTabSz="914400" rtl="0" eaLnBrk="1" latinLnBrk="0" hangingPunct="1">
        <a:lnSpc>
          <a:spcPct val="120000"/>
        </a:lnSpc>
        <a:spcBef>
          <a:spcPts val="500"/>
        </a:spcBef>
        <a:buFont typeface="Arial" panose="020B0604020202020204" pitchFamily="34" charset="0"/>
        <a:buNone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3" pos="264">
          <p15:clr>
            <a:srgbClr val="F26B43"/>
          </p15:clr>
        </p15:guide>
        <p15:guide id="4" orient="horz" pos="264">
          <p15:clr>
            <a:srgbClr val="F26B43"/>
          </p15:clr>
        </p15:guide>
        <p15:guide id="5" pos="7416">
          <p15:clr>
            <a:srgbClr val="F26B43"/>
          </p15:clr>
        </p15:guide>
        <p15:guide id="12" pos="4632">
          <p15:clr>
            <a:srgbClr val="F26B43"/>
          </p15:clr>
        </p15:guide>
        <p15:guide id="13" pos="5544">
          <p15:clr>
            <a:srgbClr val="F26B43"/>
          </p15:clr>
        </p15:guide>
        <p15:guide id="26" pos="2784">
          <p15:clr>
            <a:srgbClr val="F26B43"/>
          </p15:clr>
        </p15:guide>
        <p15:guide id="27" pos="3048">
          <p15:clr>
            <a:srgbClr val="F26B43"/>
          </p15:clr>
        </p15:guide>
        <p15:guide id="29" pos="3960">
          <p15:clr>
            <a:srgbClr val="F26B43"/>
          </p15:clr>
        </p15:guide>
        <p15:guide id="30" pos="1176">
          <p15:clr>
            <a:srgbClr val="F26B43"/>
          </p15:clr>
        </p15:guide>
        <p15:guide id="31" pos="912">
          <p15:clr>
            <a:srgbClr val="F26B43"/>
          </p15:clr>
        </p15:guide>
        <p15:guide id="32" pos="3696">
          <p15:clr>
            <a:srgbClr val="F26B43"/>
          </p15:clr>
        </p15:guide>
        <p15:guide id="33" pos="1848">
          <p15:clr>
            <a:srgbClr val="F26B43"/>
          </p15:clr>
        </p15:guide>
        <p15:guide id="34" pos="2112">
          <p15:clr>
            <a:srgbClr val="F26B43"/>
          </p15:clr>
        </p15:guide>
        <p15:guide id="36" pos="6528">
          <p15:clr>
            <a:srgbClr val="F26B43"/>
          </p15:clr>
        </p15:guide>
        <p15:guide id="37" pos="6744">
          <p15:clr>
            <a:srgbClr val="F26B43"/>
          </p15:clr>
        </p15:guide>
        <p15:guide id="42" orient="horz" pos="3936">
          <p15:clr>
            <a:srgbClr val="F26B43"/>
          </p15:clr>
        </p15:guide>
      </p15:sldGuideLst>
    </p:ext>
  </p:extLst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4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61843549-BCE9-1693-9424-45F01BF9D245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420791" y="285136"/>
            <a:ext cx="8380309" cy="668593"/>
          </a:xfrm>
        </p:spPr>
        <p:txBody>
          <a:bodyPr>
            <a:normAutofit fontScale="90000"/>
          </a:bodyPr>
          <a:lstStyle/>
          <a:p>
            <a:r>
              <a:rPr lang="en-US" sz="4900" dirty="0">
                <a:solidFill>
                  <a:srgbClr val="FF0000"/>
                </a:solidFill>
              </a:rPr>
              <a:t>BLOOD BANKING SYSTEM</a:t>
            </a:r>
            <a:r>
              <a:rPr lang="en-US" dirty="0"/>
              <a:t> </a:t>
            </a:r>
            <a:r>
              <a:rPr lang="en-US" sz="5300" dirty="0"/>
              <a:t>🩸</a:t>
            </a:r>
            <a:br>
              <a:rPr lang="en-US" sz="5300" dirty="0"/>
            </a:br>
            <a:br>
              <a:rPr lang="en-US" sz="5300" dirty="0"/>
            </a:br>
            <a:r>
              <a:rPr lang="en-US" dirty="0"/>
              <a:t>A Web-Based Blood Donation &amp; Management System</a:t>
            </a:r>
            <a:br>
              <a:rPr lang="en-US" dirty="0"/>
            </a:br>
            <a:br>
              <a:rPr lang="en-US" dirty="0"/>
            </a:br>
            <a:r>
              <a:rPr lang="en-US" b="1" dirty="0"/>
              <a:t>PROJECT TEAM</a:t>
            </a:r>
            <a:br>
              <a:rPr lang="en-US" dirty="0"/>
            </a:br>
            <a:r>
              <a:rPr lang="en-US" dirty="0"/>
              <a:t>👤 Karthik Kothakota — 2500030930</a:t>
            </a:r>
            <a:br>
              <a:rPr lang="en-US" dirty="0"/>
            </a:br>
            <a:r>
              <a:rPr lang="en-US" dirty="0"/>
              <a:t>👤 Morla Srishanth — 2500030125</a:t>
            </a:r>
            <a:br>
              <a:rPr lang="en-US" dirty="0"/>
            </a:br>
            <a:r>
              <a:rPr lang="en-US" dirty="0"/>
              <a:t>👤 T. Tejaswini — 2500031121</a:t>
            </a: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br>
              <a:rPr lang="en-US" dirty="0"/>
            </a:br>
            <a:r>
              <a:rPr lang="en-US" dirty="0"/>
              <a:t>Front End Development Frameworks</a:t>
            </a:r>
          </a:p>
        </p:txBody>
      </p:sp>
    </p:spTree>
    <p:extLst>
      <p:ext uri="{BB962C8B-B14F-4D97-AF65-F5344CB8AC3E}">
        <p14:creationId xmlns:p14="http://schemas.microsoft.com/office/powerpoint/2010/main" val="2970502186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B30000"/>
                </a:solidFill>
              </a:defRPr>
            </a:pPr>
            <a:r>
              <a:rPr dirty="0"/>
              <a:t>BLOOD BANKING SYSTEM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250324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rPr dirty="0"/>
              <a:t>A simple web-based Blood Banking System</a:t>
            </a:r>
          </a:p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rPr dirty="0"/>
              <a:t>Front End Development Frameworks Project</a:t>
            </a:r>
          </a:p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rPr dirty="0"/>
              <a:t>Donor Registration </a:t>
            </a:r>
            <a:endParaRPr lang="en-US" dirty="0"/>
          </a:p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rPr dirty="0"/>
              <a:t>• Blood Requests </a:t>
            </a:r>
            <a:endParaRPr lang="en-US" dirty="0"/>
          </a:p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rPr dirty="0"/>
              <a:t>• Inventory Management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B30000"/>
                </a:solidFill>
              </a:defRPr>
            </a:pPr>
            <a:r>
              <a:t>PROJECT OVERVIEW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t>The system connects blood donors with people who need blood.</a:t>
            </a:r>
          </a:p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t>Donors can register their blood group and location.</a:t>
            </a:r>
          </a:p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t>Receivers can request required blood units.</a:t>
            </a:r>
          </a:p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t>The system maintains available blood inventory.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B30000"/>
                </a:solidFill>
              </a:defRPr>
            </a:pPr>
            <a:r>
              <a:t>PROBLEM STATEMENT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t>Finding required blood quickly can be difficult during emergencies.</a:t>
            </a:r>
          </a:p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t>Manual blood records can be slow and difficult to maintain.</a:t>
            </a:r>
          </a:p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t>There is a need for a simple system to manage donors, requests and inventory.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B30000"/>
                </a:solidFill>
              </a:defRPr>
            </a:pPr>
            <a:r>
              <a:t>OBJECTIVES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323232"/>
                </a:solidFill>
              </a:defRPr>
            </a:pPr>
            <a:r>
              <a:t>Register blood donors easily.</a:t>
            </a:r>
          </a:p>
          <a:p>
            <a:pPr>
              <a:spcAft>
                <a:spcPts val="1400"/>
              </a:spcAft>
              <a:defRPr sz="1900">
                <a:solidFill>
                  <a:srgbClr val="323232"/>
                </a:solidFill>
              </a:defRPr>
            </a:pPr>
            <a:r>
              <a:t>Allow receivers to request blood.</a:t>
            </a:r>
          </a:p>
          <a:p>
            <a:pPr>
              <a:spcAft>
                <a:spcPts val="1400"/>
              </a:spcAft>
              <a:defRPr sz="1900">
                <a:solidFill>
                  <a:srgbClr val="323232"/>
                </a:solidFill>
              </a:defRPr>
            </a:pPr>
            <a:r>
              <a:t>Track blood group availability.</a:t>
            </a:r>
          </a:p>
          <a:p>
            <a:pPr>
              <a:spcAft>
                <a:spcPts val="1400"/>
              </a:spcAft>
              <a:defRPr sz="1900">
                <a:solidFill>
                  <a:srgbClr val="323232"/>
                </a:solidFill>
              </a:defRPr>
            </a:pPr>
            <a:r>
              <a:t>Increase inventory when a donor registers.</a:t>
            </a:r>
          </a:p>
          <a:p>
            <a:pPr>
              <a:spcAft>
                <a:spcPts val="1400"/>
              </a:spcAft>
              <a:defRPr sz="1900">
                <a:solidFill>
                  <a:srgbClr val="323232"/>
                </a:solidFill>
              </a:defRPr>
            </a:pPr>
            <a:r>
              <a:t>Decrease inventory when a valid blood request is made.</a:t>
            </a:r>
          </a:p>
          <a:p>
            <a:pPr>
              <a:spcAft>
                <a:spcPts val="1400"/>
              </a:spcAft>
              <a:defRPr sz="1900">
                <a:solidFill>
                  <a:srgbClr val="323232"/>
                </a:solidFill>
              </a:defRPr>
            </a:pPr>
            <a:r>
              <a:t>Support location-based matching using state and city.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B30000"/>
                </a:solidFill>
              </a:defRPr>
            </a:pPr>
            <a:r>
              <a:t>TECHNOLOGIES USED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t>HTML – structure of web pages</a:t>
            </a:r>
          </a:p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t>CSS – page design and styling</a:t>
            </a:r>
          </a:p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t>JavaScript – system logic and interactions</a:t>
            </a:r>
          </a:p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t>LocalStorage – storing inventory and project data in the browser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B30000"/>
                </a:solidFill>
              </a:defRPr>
            </a:pPr>
            <a:r>
              <a:t>MODULES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323232"/>
                </a:solidFill>
              </a:defRPr>
            </a:pPr>
            <a:r>
              <a:t>1. Login Page – selects Donor or Receiver.</a:t>
            </a:r>
          </a:p>
          <a:p>
            <a:pPr>
              <a:spcAft>
                <a:spcPts val="1400"/>
              </a:spcAft>
              <a:defRPr sz="1900">
                <a:solidFill>
                  <a:srgbClr val="323232"/>
                </a:solidFill>
              </a:defRPr>
            </a:pPr>
            <a:r>
              <a:t>2. Donor Registration – collects donor details.</a:t>
            </a:r>
          </a:p>
          <a:p>
            <a:pPr>
              <a:spcAft>
                <a:spcPts val="1400"/>
              </a:spcAft>
              <a:defRPr sz="1900">
                <a:solidFill>
                  <a:srgbClr val="323232"/>
                </a:solidFill>
              </a:defRPr>
            </a:pPr>
            <a:r>
              <a:t>3. Receiver Request – collects blood request details.</a:t>
            </a:r>
          </a:p>
          <a:p>
            <a:pPr>
              <a:spcAft>
                <a:spcPts val="1400"/>
              </a:spcAft>
              <a:defRPr sz="1900">
                <a:solidFill>
                  <a:srgbClr val="323232"/>
                </a:solidFill>
              </a:defRPr>
            </a:pPr>
            <a:r>
              <a:t>4. Blood Inventory – displays available units for each blood group.</a:t>
            </a:r>
          </a:p>
          <a:p>
            <a:pPr>
              <a:spcAft>
                <a:spcPts val="1400"/>
              </a:spcAft>
              <a:defRPr sz="1900">
                <a:solidFill>
                  <a:srgbClr val="323232"/>
                </a:solidFill>
              </a:defRPr>
            </a:pPr>
            <a:r>
              <a:t>5. About / Contact – project information and contact details.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B30000"/>
                </a:solidFill>
              </a:defRPr>
            </a:pPr>
            <a:r>
              <a:t>DONOR REGISTRATION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t>Donor enters name, age, gender, blood group, state, city and phone number.</a:t>
            </a:r>
          </a:p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t>After registration, the selected blood group is added to inventory.</a:t>
            </a:r>
          </a:p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t>The donor is redirected to the Blood Inventory page.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B30000"/>
                </a:solidFill>
              </a:defRPr>
            </a:pPr>
            <a:r>
              <a:t>BLOOD REQUEST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323232"/>
                </a:solidFill>
              </a:defRPr>
            </a:pPr>
            <a:r>
              <a:t>Receiver enters patient and hospital details.</a:t>
            </a:r>
          </a:p>
          <a:p>
            <a:pPr>
              <a:spcAft>
                <a:spcPts val="1400"/>
              </a:spcAft>
              <a:defRPr sz="1900">
                <a:solidFill>
                  <a:srgbClr val="323232"/>
                </a:solidFill>
              </a:defRPr>
            </a:pPr>
            <a:r>
              <a:t>Receiver selects the required blood group and number of units.</a:t>
            </a:r>
          </a:p>
          <a:p>
            <a:pPr>
              <a:spcAft>
                <a:spcPts val="1400"/>
              </a:spcAft>
              <a:defRPr sz="1900">
                <a:solidFill>
                  <a:srgbClr val="323232"/>
                </a:solidFill>
              </a:defRPr>
            </a:pPr>
            <a:r>
              <a:t>The system checks the available inventory.</a:t>
            </a:r>
          </a:p>
          <a:p>
            <a:pPr>
              <a:spcAft>
                <a:spcPts val="1400"/>
              </a:spcAft>
              <a:defRPr sz="1900">
                <a:solidFill>
                  <a:srgbClr val="323232"/>
                </a:solidFill>
              </a:defRPr>
            </a:pPr>
            <a:r>
              <a:t>If enough blood is available, the requested units are deducted.</a:t>
            </a:r>
          </a:p>
          <a:p>
            <a:pPr>
              <a:spcAft>
                <a:spcPts val="1400"/>
              </a:spcAft>
              <a:defRPr sz="1900">
                <a:solidFill>
                  <a:srgbClr val="323232"/>
                </a:solidFill>
              </a:defRPr>
            </a:pPr>
            <a:r>
              <a:t>If blood is not available, the system displays an alert.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B30000"/>
                </a:solidFill>
              </a:defRPr>
            </a:pPr>
            <a:r>
              <a:t>BLOOD INVENTORY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t>Displays all 8 blood groups:</a:t>
            </a:r>
          </a:p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t>A+, A-, B+, B-, AB+, AB-, O+, O-</a:t>
            </a:r>
          </a:p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t>Inventory starts from 0.</a:t>
            </a:r>
          </a:p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t>Values are updated automatically using donor registrations and blood requests.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B30000"/>
                </a:solidFill>
              </a:defRPr>
            </a:pPr>
            <a:r>
              <a:t>SYSTEM WORKFLOW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t>Login → Choose Donor / Receiver</a:t>
            </a:r>
          </a:p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t>Donor → Register Details → Add Blood Unit → Inventory</a:t>
            </a:r>
          </a:p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t>Receiver → Request Blood → Check Inventory → Deduct Units → Inventory</a:t>
            </a:r>
          </a:p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t>Future enhancement: match donor and receiver by blood group + state + city.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B30000"/>
                </a:solidFill>
              </a:defRPr>
            </a:pPr>
            <a:r>
              <a:t>ADVANTAGES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227241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323232"/>
                </a:solidFill>
              </a:defRPr>
            </a:pPr>
            <a:r>
              <a:rPr dirty="0"/>
              <a:t>Simple and easy-to-use interface.</a:t>
            </a:r>
          </a:p>
          <a:p>
            <a:pPr>
              <a:spcAft>
                <a:spcPts val="1400"/>
              </a:spcAft>
              <a:defRPr sz="1900">
                <a:solidFill>
                  <a:srgbClr val="323232"/>
                </a:solidFill>
              </a:defRPr>
            </a:pPr>
            <a:r>
              <a:rPr dirty="0"/>
              <a:t>Reduces manual record keeping.</a:t>
            </a:r>
          </a:p>
          <a:p>
            <a:pPr>
              <a:spcAft>
                <a:spcPts val="1400"/>
              </a:spcAft>
              <a:defRPr sz="1900">
                <a:solidFill>
                  <a:srgbClr val="323232"/>
                </a:solidFill>
              </a:defRPr>
            </a:pPr>
            <a:r>
              <a:rPr dirty="0"/>
              <a:t>Provides quick inventory information.</a:t>
            </a:r>
          </a:p>
          <a:p>
            <a:pPr>
              <a:spcAft>
                <a:spcPts val="1400"/>
              </a:spcAft>
              <a:defRPr sz="1900">
                <a:solidFill>
                  <a:srgbClr val="323232"/>
                </a:solidFill>
              </a:defRPr>
            </a:pPr>
            <a:r>
              <a:rPr dirty="0"/>
              <a:t>Automatically updates blood availability.</a:t>
            </a:r>
          </a:p>
          <a:p>
            <a:pPr>
              <a:spcAft>
                <a:spcPts val="1400"/>
              </a:spcAft>
              <a:defRPr sz="1900">
                <a:solidFill>
                  <a:srgbClr val="323232"/>
                </a:solidFill>
              </a:defRPr>
            </a:pPr>
            <a:r>
              <a:rPr dirty="0"/>
              <a:t>Can be expanded with a database and real-time communication.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B30000"/>
                </a:solidFill>
              </a:defRPr>
            </a:pPr>
            <a:r>
              <a:t>FUTURE ENHANCEMENTS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1900">
                <a:solidFill>
                  <a:srgbClr val="323232"/>
                </a:solidFill>
              </a:defRPr>
            </a:pPr>
            <a:r>
              <a:t>Database integration.</a:t>
            </a:r>
          </a:p>
          <a:p>
            <a:pPr>
              <a:spcAft>
                <a:spcPts val="1400"/>
              </a:spcAft>
              <a:defRPr sz="1900">
                <a:solidFill>
                  <a:srgbClr val="323232"/>
                </a:solidFill>
              </a:defRPr>
            </a:pPr>
            <a:r>
              <a:t>Donor and receiver matching by blood group, state and city.</a:t>
            </a:r>
          </a:p>
          <a:p>
            <a:pPr>
              <a:spcAft>
                <a:spcPts val="1400"/>
              </a:spcAft>
              <a:defRPr sz="1900">
                <a:solidFill>
                  <a:srgbClr val="323232"/>
                </a:solidFill>
              </a:defRPr>
            </a:pPr>
            <a:r>
              <a:t>Admin dashboard.</a:t>
            </a:r>
          </a:p>
          <a:p>
            <a:pPr>
              <a:spcAft>
                <a:spcPts val="1400"/>
              </a:spcAft>
              <a:defRPr sz="1900">
                <a:solidFill>
                  <a:srgbClr val="323232"/>
                </a:solidFill>
              </a:defRPr>
            </a:pPr>
            <a:r>
              <a:t>Real-time notifications.</a:t>
            </a:r>
          </a:p>
          <a:p>
            <a:pPr>
              <a:spcAft>
                <a:spcPts val="1400"/>
              </a:spcAft>
              <a:defRPr sz="1900">
                <a:solidFill>
                  <a:srgbClr val="323232"/>
                </a:solidFill>
              </a:defRPr>
            </a:pPr>
            <a:r>
              <a:t>Hospital and blood-bank accounts.</a:t>
            </a:r>
          </a:p>
          <a:p>
            <a:pPr>
              <a:spcAft>
                <a:spcPts val="1400"/>
              </a:spcAft>
              <a:defRPr sz="1900">
                <a:solidFill>
                  <a:srgbClr val="323232"/>
                </a:solidFill>
              </a:defRPr>
            </a:pPr>
            <a:r>
              <a:t>Secure user authentication.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B30000"/>
                </a:solidFill>
              </a:defRPr>
            </a:pPr>
            <a:r>
              <a:t>CONCLUSION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t>The Blood Banking System provides a simple way to manage blood donors, requests and inventory.</a:t>
            </a:r>
          </a:p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t>HTML, CSS and JavaScript are used to build the system.</a:t>
            </a:r>
          </a:p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t>The project demonstrates how a basic web application can support blood availability management.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640080" y="411480"/>
            <a:ext cx="10972800" cy="731520"/>
          </a:xfrm>
          <a:prstGeom prst="rect">
            <a:avLst/>
          </a:prstGeom>
          <a:noFill/>
        </p:spPr>
        <p:txBody>
          <a:bodyPr wrap="none">
            <a:spAutoFit/>
          </a:bodyPr>
          <a:lstStyle/>
          <a:p>
            <a:pPr>
              <a:defRPr sz="3000" b="1">
                <a:solidFill>
                  <a:srgbClr val="B30000"/>
                </a:solidFill>
              </a:defRPr>
            </a:pPr>
            <a:r>
              <a:t>THANK YOU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822960" y="1371600"/>
            <a:ext cx="10607040" cy="4754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rPr dirty="0"/>
              <a:t>🩸 BLOOD BANKING SYSTEM</a:t>
            </a:r>
          </a:p>
          <a:p>
            <a:pPr>
              <a:spcAft>
                <a:spcPts val="1400"/>
              </a:spcAft>
              <a:defRPr sz="2200">
                <a:solidFill>
                  <a:srgbClr val="323232"/>
                </a:solidFill>
              </a:defRPr>
            </a:pPr>
            <a:r>
              <a:rPr dirty="0"/>
              <a:t>Questions?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Film Burn">
  <a:themeElements>
    <a:clrScheme name="Custom 2">
      <a:dk1>
        <a:srgbClr val="09090C"/>
      </a:dk1>
      <a:lt1>
        <a:sysClr val="window" lastClr="FFFFFF"/>
      </a:lt1>
      <a:dk2>
        <a:srgbClr val="000000"/>
      </a:dk2>
      <a:lt2>
        <a:srgbClr val="F9EFEC"/>
      </a:lt2>
      <a:accent1>
        <a:srgbClr val="CB49B2"/>
      </a:accent1>
      <a:accent2>
        <a:srgbClr val="7C3191"/>
      </a:accent2>
      <a:accent3>
        <a:srgbClr val="E95D48"/>
      </a:accent3>
      <a:accent4>
        <a:srgbClr val="F08E6B"/>
      </a:accent4>
      <a:accent5>
        <a:srgbClr val="D93752"/>
      </a:accent5>
      <a:accent6>
        <a:srgbClr val="EE7345"/>
      </a:accent6>
      <a:hlink>
        <a:srgbClr val="CB49B2"/>
      </a:hlink>
      <a:folHlink>
        <a:srgbClr val="E95D48"/>
      </a:folHlink>
    </a:clrScheme>
    <a:fontScheme name="Neue Haas">
      <a:majorFont>
        <a:latin typeface="Neue Haas Grotesk Text Pro"/>
        <a:ea typeface=""/>
        <a:cs typeface=""/>
      </a:majorFont>
      <a:minorFont>
        <a:latin typeface="Neue Haas Grotesk Text Pro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Film burn" id="{4524321E-1019-4E52-AA1C-5D37B75CD749}" vid="{4A46179B-AA1B-40E1-9320-430DA2EBD8EF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Film Burn</Template>
  <TotalTime>47</TotalTime>
  <Words>561</Words>
  <Application>Microsoft Office PowerPoint</Application>
  <PresentationFormat>Widescreen</PresentationFormat>
  <Paragraphs>74</Paragraphs>
  <Slides>15</Slides>
  <Notes>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Neue Haas Grotesk Text Pro</vt:lpstr>
      <vt:lpstr>Film Burn</vt:lpstr>
      <vt:lpstr>BLOOD BANKING SYSTEM 🩸  A Web-Based Blood Donation &amp; Management System  PROJECT TEAM 👤 Karthik Kothakota — 2500030930 👤 Morla Srishanth — 2500030125 👤 T. Tejaswini — 2500031121     Front End Development Frameworks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karthik kothakota</dc:creator>
  <cp:keywords/>
  <dc:description>generated using python-pptx</dc:description>
  <cp:lastModifiedBy>karthik kothakota</cp:lastModifiedBy>
  <cp:revision>4</cp:revision>
  <dcterms:created xsi:type="dcterms:W3CDTF">2013-01-27T09:14:16Z</dcterms:created>
  <dcterms:modified xsi:type="dcterms:W3CDTF">2026-09-26T04:12:01Z</dcterms:modified>
  <cp:category/>
</cp:coreProperties>
</file>